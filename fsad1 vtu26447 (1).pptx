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3" autoAdjust="0"/>
    <p:restoredTop sz="94660"/>
  </p:normalViewPr>
  <p:slideViewPr>
    <p:cSldViewPr>
      <p:cViewPr varScale="1">
        <p:scale>
          <a:sx n="52" d="100"/>
          <a:sy n="52" d="100"/>
        </p:scale>
        <p:origin x="73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54278"/>
            <a:ext cx="1110615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8714"/>
            <a:ext cx="14763750" cy="514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6916" y="0"/>
            <a:ext cx="4651375" cy="1362710"/>
          </a:xfrm>
          <a:custGeom>
            <a:avLst/>
            <a:gdLst/>
            <a:ahLst/>
            <a:cxnLst/>
            <a:rect l="l" t="t" r="r" b="b"/>
            <a:pathLst>
              <a:path w="4651375" h="1362710">
                <a:moveTo>
                  <a:pt x="0" y="0"/>
                </a:moveTo>
                <a:lnTo>
                  <a:pt x="31337" y="27289"/>
                </a:lnTo>
                <a:lnTo>
                  <a:pt x="65456" y="56516"/>
                </a:lnTo>
                <a:lnTo>
                  <a:pt x="99816" y="85469"/>
                </a:lnTo>
                <a:lnTo>
                  <a:pt x="134415" y="114145"/>
                </a:lnTo>
                <a:lnTo>
                  <a:pt x="169251" y="142543"/>
                </a:lnTo>
                <a:lnTo>
                  <a:pt x="204323" y="170661"/>
                </a:lnTo>
                <a:lnTo>
                  <a:pt x="239628" y="198497"/>
                </a:lnTo>
                <a:lnTo>
                  <a:pt x="275166" y="226051"/>
                </a:lnTo>
                <a:lnTo>
                  <a:pt x="310934" y="253319"/>
                </a:lnTo>
                <a:lnTo>
                  <a:pt x="346931" y="280301"/>
                </a:lnTo>
                <a:lnTo>
                  <a:pt x="383155" y="306994"/>
                </a:lnTo>
                <a:lnTo>
                  <a:pt x="419604" y="333397"/>
                </a:lnTo>
                <a:lnTo>
                  <a:pt x="456277" y="359508"/>
                </a:lnTo>
                <a:lnTo>
                  <a:pt x="493172" y="385326"/>
                </a:lnTo>
                <a:lnTo>
                  <a:pt x="530286" y="410849"/>
                </a:lnTo>
                <a:lnTo>
                  <a:pt x="567620" y="436075"/>
                </a:lnTo>
                <a:lnTo>
                  <a:pt x="605170" y="461002"/>
                </a:lnTo>
                <a:lnTo>
                  <a:pt x="642936" y="485628"/>
                </a:lnTo>
                <a:lnTo>
                  <a:pt x="680914" y="509953"/>
                </a:lnTo>
                <a:lnTo>
                  <a:pt x="719105" y="533974"/>
                </a:lnTo>
                <a:lnTo>
                  <a:pt x="757505" y="557690"/>
                </a:lnTo>
                <a:lnTo>
                  <a:pt x="796114" y="581098"/>
                </a:lnTo>
                <a:lnTo>
                  <a:pt x="834930" y="604198"/>
                </a:lnTo>
                <a:lnTo>
                  <a:pt x="873950" y="626987"/>
                </a:lnTo>
                <a:lnTo>
                  <a:pt x="913173" y="649464"/>
                </a:lnTo>
                <a:lnTo>
                  <a:pt x="952598" y="671627"/>
                </a:lnTo>
                <a:lnTo>
                  <a:pt x="992223" y="693474"/>
                </a:lnTo>
                <a:lnTo>
                  <a:pt x="1032046" y="715004"/>
                </a:lnTo>
                <a:lnTo>
                  <a:pt x="1072065" y="736215"/>
                </a:lnTo>
                <a:lnTo>
                  <a:pt x="1112279" y="757105"/>
                </a:lnTo>
                <a:lnTo>
                  <a:pt x="1152685" y="777673"/>
                </a:lnTo>
                <a:lnTo>
                  <a:pt x="1193283" y="797917"/>
                </a:lnTo>
                <a:lnTo>
                  <a:pt x="1234071" y="817834"/>
                </a:lnTo>
                <a:lnTo>
                  <a:pt x="1275046" y="837424"/>
                </a:lnTo>
                <a:lnTo>
                  <a:pt x="1316208" y="856685"/>
                </a:lnTo>
                <a:lnTo>
                  <a:pt x="1357554" y="875615"/>
                </a:lnTo>
                <a:lnTo>
                  <a:pt x="1399083" y="894212"/>
                </a:lnTo>
                <a:lnTo>
                  <a:pt x="1440793" y="912475"/>
                </a:lnTo>
                <a:lnTo>
                  <a:pt x="1482682" y="930402"/>
                </a:lnTo>
                <a:lnTo>
                  <a:pt x="1524749" y="947990"/>
                </a:lnTo>
                <a:lnTo>
                  <a:pt x="1566991" y="965240"/>
                </a:lnTo>
                <a:lnTo>
                  <a:pt x="1609408" y="982148"/>
                </a:lnTo>
                <a:lnTo>
                  <a:pt x="1651998" y="998713"/>
                </a:lnTo>
                <a:lnTo>
                  <a:pt x="1694758" y="1014934"/>
                </a:lnTo>
                <a:lnTo>
                  <a:pt x="1737688" y="1030808"/>
                </a:lnTo>
                <a:lnTo>
                  <a:pt x="1780784" y="1046334"/>
                </a:lnTo>
                <a:lnTo>
                  <a:pt x="1824047" y="1061511"/>
                </a:lnTo>
                <a:lnTo>
                  <a:pt x="1867474" y="1076336"/>
                </a:lnTo>
                <a:lnTo>
                  <a:pt x="1911062" y="1090808"/>
                </a:lnTo>
                <a:lnTo>
                  <a:pt x="1954812" y="1104925"/>
                </a:lnTo>
                <a:lnTo>
                  <a:pt x="1998720" y="1118686"/>
                </a:lnTo>
                <a:lnTo>
                  <a:pt x="2042786" y="1132089"/>
                </a:lnTo>
                <a:lnTo>
                  <a:pt x="2087007" y="1145131"/>
                </a:lnTo>
                <a:lnTo>
                  <a:pt x="2131382" y="1157812"/>
                </a:lnTo>
                <a:lnTo>
                  <a:pt x="2175909" y="1170129"/>
                </a:lnTo>
                <a:lnTo>
                  <a:pt x="2220586" y="1182082"/>
                </a:lnTo>
                <a:lnTo>
                  <a:pt x="2265412" y="1193668"/>
                </a:lnTo>
                <a:lnTo>
                  <a:pt x="2310385" y="1204885"/>
                </a:lnTo>
                <a:lnTo>
                  <a:pt x="2355503" y="1215732"/>
                </a:lnTo>
                <a:lnTo>
                  <a:pt x="2400765" y="1226207"/>
                </a:lnTo>
                <a:lnTo>
                  <a:pt x="2446168" y="1236309"/>
                </a:lnTo>
                <a:lnTo>
                  <a:pt x="2491712" y="1246035"/>
                </a:lnTo>
                <a:lnTo>
                  <a:pt x="2537395" y="1255384"/>
                </a:lnTo>
                <a:lnTo>
                  <a:pt x="2583214" y="1264355"/>
                </a:lnTo>
                <a:lnTo>
                  <a:pt x="2629168" y="1272945"/>
                </a:lnTo>
                <a:lnTo>
                  <a:pt x="2675255" y="1281154"/>
                </a:lnTo>
                <a:lnTo>
                  <a:pt x="2721474" y="1288978"/>
                </a:lnTo>
                <a:lnTo>
                  <a:pt x="2767823" y="1296417"/>
                </a:lnTo>
                <a:lnTo>
                  <a:pt x="2814301" y="1303469"/>
                </a:lnTo>
                <a:lnTo>
                  <a:pt x="2860904" y="1310132"/>
                </a:lnTo>
                <a:lnTo>
                  <a:pt x="2907633" y="1316404"/>
                </a:lnTo>
                <a:lnTo>
                  <a:pt x="2954485" y="1322284"/>
                </a:lnTo>
                <a:lnTo>
                  <a:pt x="3001458" y="1327770"/>
                </a:lnTo>
                <a:lnTo>
                  <a:pt x="3048551" y="1332860"/>
                </a:lnTo>
                <a:lnTo>
                  <a:pt x="3095762" y="1337552"/>
                </a:lnTo>
                <a:lnTo>
                  <a:pt x="3143089" y="1341846"/>
                </a:lnTo>
                <a:lnTo>
                  <a:pt x="3190531" y="1345739"/>
                </a:lnTo>
                <a:lnTo>
                  <a:pt x="3238085" y="1349229"/>
                </a:lnTo>
                <a:lnTo>
                  <a:pt x="3285751" y="1352315"/>
                </a:lnTo>
                <a:lnTo>
                  <a:pt x="3333527" y="1354995"/>
                </a:lnTo>
                <a:lnTo>
                  <a:pt x="3381410" y="1357268"/>
                </a:lnTo>
                <a:lnTo>
                  <a:pt x="3429400" y="1359131"/>
                </a:lnTo>
                <a:lnTo>
                  <a:pt x="3477493" y="1360583"/>
                </a:lnTo>
                <a:lnTo>
                  <a:pt x="3525690" y="1361622"/>
                </a:lnTo>
                <a:lnTo>
                  <a:pt x="3573987" y="1362247"/>
                </a:lnTo>
                <a:lnTo>
                  <a:pt x="3622384" y="1362455"/>
                </a:lnTo>
                <a:lnTo>
                  <a:pt x="3670780" y="1362247"/>
                </a:lnTo>
                <a:lnTo>
                  <a:pt x="3719078" y="1361622"/>
                </a:lnTo>
                <a:lnTo>
                  <a:pt x="3767274" y="1360583"/>
                </a:lnTo>
                <a:lnTo>
                  <a:pt x="3815368" y="1359131"/>
                </a:lnTo>
                <a:lnTo>
                  <a:pt x="3863357" y="1357268"/>
                </a:lnTo>
                <a:lnTo>
                  <a:pt x="3911241" y="1354995"/>
                </a:lnTo>
                <a:lnTo>
                  <a:pt x="3959016" y="1352315"/>
                </a:lnTo>
                <a:lnTo>
                  <a:pt x="4006682" y="1349229"/>
                </a:lnTo>
                <a:lnTo>
                  <a:pt x="4054237" y="1345739"/>
                </a:lnTo>
                <a:lnTo>
                  <a:pt x="4101679" y="1341846"/>
                </a:lnTo>
                <a:lnTo>
                  <a:pt x="4149006" y="1337552"/>
                </a:lnTo>
                <a:lnTo>
                  <a:pt x="4196217" y="1332860"/>
                </a:lnTo>
                <a:lnTo>
                  <a:pt x="4243310" y="1327770"/>
                </a:lnTo>
                <a:lnTo>
                  <a:pt x="4290283" y="1322284"/>
                </a:lnTo>
                <a:lnTo>
                  <a:pt x="4337135" y="1316404"/>
                </a:lnTo>
                <a:lnTo>
                  <a:pt x="4383863" y="1310132"/>
                </a:lnTo>
                <a:lnTo>
                  <a:pt x="4430467" y="1303469"/>
                </a:lnTo>
                <a:lnTo>
                  <a:pt x="4476944" y="1296417"/>
                </a:lnTo>
                <a:lnTo>
                  <a:pt x="4523293" y="1288978"/>
                </a:lnTo>
                <a:lnTo>
                  <a:pt x="4569512" y="1281154"/>
                </a:lnTo>
                <a:lnTo>
                  <a:pt x="4615600" y="1272945"/>
                </a:lnTo>
                <a:lnTo>
                  <a:pt x="4651084" y="1266312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11119"/>
            <a:ext cx="1028700" cy="6405880"/>
          </a:xfrm>
          <a:custGeom>
            <a:avLst/>
            <a:gdLst/>
            <a:ahLst/>
            <a:cxnLst/>
            <a:rect l="l" t="t" r="r" b="b"/>
            <a:pathLst>
              <a:path w="1028700" h="6405880">
                <a:moveTo>
                  <a:pt x="0" y="6405837"/>
                </a:moveTo>
                <a:lnTo>
                  <a:pt x="25902" y="6369447"/>
                </a:lnTo>
                <a:lnTo>
                  <a:pt x="51716" y="6332547"/>
                </a:lnTo>
                <a:lnTo>
                  <a:pt x="77235" y="6295427"/>
                </a:lnTo>
                <a:lnTo>
                  <a:pt x="102457" y="6258088"/>
                </a:lnTo>
                <a:lnTo>
                  <a:pt x="127381" y="6220533"/>
                </a:lnTo>
                <a:lnTo>
                  <a:pt x="152004" y="6182762"/>
                </a:lnTo>
                <a:lnTo>
                  <a:pt x="176325" y="6144778"/>
                </a:lnTo>
                <a:lnTo>
                  <a:pt x="200343" y="6106582"/>
                </a:lnTo>
                <a:lnTo>
                  <a:pt x="224055" y="6068176"/>
                </a:lnTo>
                <a:lnTo>
                  <a:pt x="247460" y="6029562"/>
                </a:lnTo>
                <a:lnTo>
                  <a:pt x="270556" y="5990741"/>
                </a:lnTo>
                <a:lnTo>
                  <a:pt x="293342" y="5951716"/>
                </a:lnTo>
                <a:lnTo>
                  <a:pt x="315815" y="5912487"/>
                </a:lnTo>
                <a:lnTo>
                  <a:pt x="337975" y="5873057"/>
                </a:lnTo>
                <a:lnTo>
                  <a:pt x="359819" y="5833426"/>
                </a:lnTo>
                <a:lnTo>
                  <a:pt x="381346" y="5793598"/>
                </a:lnTo>
                <a:lnTo>
                  <a:pt x="402554" y="5753573"/>
                </a:lnTo>
                <a:lnTo>
                  <a:pt x="423441" y="5713354"/>
                </a:lnTo>
                <a:lnTo>
                  <a:pt x="444005" y="5672942"/>
                </a:lnTo>
                <a:lnTo>
                  <a:pt x="464246" y="5632338"/>
                </a:lnTo>
                <a:lnTo>
                  <a:pt x="484161" y="5591545"/>
                </a:lnTo>
                <a:lnTo>
                  <a:pt x="503748" y="5550564"/>
                </a:lnTo>
                <a:lnTo>
                  <a:pt x="523006" y="5509397"/>
                </a:lnTo>
                <a:lnTo>
                  <a:pt x="541933" y="5468045"/>
                </a:lnTo>
                <a:lnTo>
                  <a:pt x="560527" y="5426511"/>
                </a:lnTo>
                <a:lnTo>
                  <a:pt x="578787" y="5384795"/>
                </a:lnTo>
                <a:lnTo>
                  <a:pt x="596711" y="5342900"/>
                </a:lnTo>
                <a:lnTo>
                  <a:pt x="614297" y="5300828"/>
                </a:lnTo>
                <a:lnTo>
                  <a:pt x="631544" y="5258579"/>
                </a:lnTo>
                <a:lnTo>
                  <a:pt x="648450" y="5216157"/>
                </a:lnTo>
                <a:lnTo>
                  <a:pt x="665012" y="5173561"/>
                </a:lnTo>
                <a:lnTo>
                  <a:pt x="681231" y="5130795"/>
                </a:lnTo>
                <a:lnTo>
                  <a:pt x="697103" y="5087860"/>
                </a:lnTo>
                <a:lnTo>
                  <a:pt x="712627" y="5044757"/>
                </a:lnTo>
                <a:lnTo>
                  <a:pt x="727801" y="5001489"/>
                </a:lnTo>
                <a:lnTo>
                  <a:pt x="742624" y="4958057"/>
                </a:lnTo>
                <a:lnTo>
                  <a:pt x="757094" y="4914462"/>
                </a:lnTo>
                <a:lnTo>
                  <a:pt x="771209" y="4870707"/>
                </a:lnTo>
                <a:lnTo>
                  <a:pt x="784967" y="4826792"/>
                </a:lnTo>
                <a:lnTo>
                  <a:pt x="798368" y="4782721"/>
                </a:lnTo>
                <a:lnTo>
                  <a:pt x="811408" y="4738494"/>
                </a:lnTo>
                <a:lnTo>
                  <a:pt x="824087" y="4694113"/>
                </a:lnTo>
                <a:lnTo>
                  <a:pt x="836403" y="4649580"/>
                </a:lnTo>
                <a:lnTo>
                  <a:pt x="848353" y="4604897"/>
                </a:lnTo>
                <a:lnTo>
                  <a:pt x="859937" y="4560065"/>
                </a:lnTo>
                <a:lnTo>
                  <a:pt x="871153" y="4515086"/>
                </a:lnTo>
                <a:lnTo>
                  <a:pt x="881998" y="4469962"/>
                </a:lnTo>
                <a:lnTo>
                  <a:pt x="892472" y="4424694"/>
                </a:lnTo>
                <a:lnTo>
                  <a:pt x="902572" y="4379285"/>
                </a:lnTo>
                <a:lnTo>
                  <a:pt x="912297" y="4333735"/>
                </a:lnTo>
                <a:lnTo>
                  <a:pt x="921645" y="4288047"/>
                </a:lnTo>
                <a:lnTo>
                  <a:pt x="930614" y="4242222"/>
                </a:lnTo>
                <a:lnTo>
                  <a:pt x="939203" y="4196262"/>
                </a:lnTo>
                <a:lnTo>
                  <a:pt x="947410" y="4150168"/>
                </a:lnTo>
                <a:lnTo>
                  <a:pt x="955233" y="4103943"/>
                </a:lnTo>
                <a:lnTo>
                  <a:pt x="962671" y="4057588"/>
                </a:lnTo>
                <a:lnTo>
                  <a:pt x="969722" y="4011105"/>
                </a:lnTo>
                <a:lnTo>
                  <a:pt x="976384" y="3964495"/>
                </a:lnTo>
                <a:lnTo>
                  <a:pt x="982655" y="3917760"/>
                </a:lnTo>
                <a:lnTo>
                  <a:pt x="988534" y="3870903"/>
                </a:lnTo>
                <a:lnTo>
                  <a:pt x="994019" y="3823923"/>
                </a:lnTo>
                <a:lnTo>
                  <a:pt x="999108" y="3776824"/>
                </a:lnTo>
                <a:lnTo>
                  <a:pt x="1003800" y="3729607"/>
                </a:lnTo>
                <a:lnTo>
                  <a:pt x="1008093" y="3682274"/>
                </a:lnTo>
                <a:lnTo>
                  <a:pt x="1011985" y="3634826"/>
                </a:lnTo>
                <a:lnTo>
                  <a:pt x="1015475" y="3587265"/>
                </a:lnTo>
                <a:lnTo>
                  <a:pt x="1018561" y="3539593"/>
                </a:lnTo>
                <a:lnTo>
                  <a:pt x="1021240" y="3491812"/>
                </a:lnTo>
                <a:lnTo>
                  <a:pt x="1023512" y="3443922"/>
                </a:lnTo>
                <a:lnTo>
                  <a:pt x="1025375" y="3395927"/>
                </a:lnTo>
                <a:lnTo>
                  <a:pt x="1026827" y="3347827"/>
                </a:lnTo>
                <a:lnTo>
                  <a:pt x="1027866" y="3299625"/>
                </a:lnTo>
                <a:lnTo>
                  <a:pt x="1028491" y="3251321"/>
                </a:lnTo>
                <a:lnTo>
                  <a:pt x="1028700" y="3202918"/>
                </a:lnTo>
                <a:lnTo>
                  <a:pt x="1028491" y="3154516"/>
                </a:lnTo>
                <a:lnTo>
                  <a:pt x="1027866" y="3106212"/>
                </a:lnTo>
                <a:lnTo>
                  <a:pt x="1026827" y="3058010"/>
                </a:lnTo>
                <a:lnTo>
                  <a:pt x="1025375" y="3009910"/>
                </a:lnTo>
                <a:lnTo>
                  <a:pt x="1023512" y="2961914"/>
                </a:lnTo>
                <a:lnTo>
                  <a:pt x="1021240" y="2914025"/>
                </a:lnTo>
                <a:lnTo>
                  <a:pt x="1018561" y="2866244"/>
                </a:lnTo>
                <a:lnTo>
                  <a:pt x="1015475" y="2818572"/>
                </a:lnTo>
                <a:lnTo>
                  <a:pt x="1011985" y="2771011"/>
                </a:lnTo>
                <a:lnTo>
                  <a:pt x="1008093" y="2723563"/>
                </a:lnTo>
                <a:lnTo>
                  <a:pt x="1003800" y="2676230"/>
                </a:lnTo>
                <a:lnTo>
                  <a:pt x="999108" y="2629013"/>
                </a:lnTo>
                <a:lnTo>
                  <a:pt x="994019" y="2581914"/>
                </a:lnTo>
                <a:lnTo>
                  <a:pt x="988534" y="2534934"/>
                </a:lnTo>
                <a:lnTo>
                  <a:pt x="982655" y="2488077"/>
                </a:lnTo>
                <a:lnTo>
                  <a:pt x="976384" y="2441342"/>
                </a:lnTo>
                <a:lnTo>
                  <a:pt x="969722" y="2394732"/>
                </a:lnTo>
                <a:lnTo>
                  <a:pt x="962671" y="2348249"/>
                </a:lnTo>
                <a:lnTo>
                  <a:pt x="955233" y="2301894"/>
                </a:lnTo>
                <a:lnTo>
                  <a:pt x="947410" y="2255669"/>
                </a:lnTo>
                <a:lnTo>
                  <a:pt x="939203" y="2209575"/>
                </a:lnTo>
                <a:lnTo>
                  <a:pt x="930614" y="2163615"/>
                </a:lnTo>
                <a:lnTo>
                  <a:pt x="921645" y="2117790"/>
                </a:lnTo>
                <a:lnTo>
                  <a:pt x="912297" y="2072102"/>
                </a:lnTo>
                <a:lnTo>
                  <a:pt x="902572" y="2026552"/>
                </a:lnTo>
                <a:lnTo>
                  <a:pt x="892472" y="1981142"/>
                </a:lnTo>
                <a:lnTo>
                  <a:pt x="881998" y="1935875"/>
                </a:lnTo>
                <a:lnTo>
                  <a:pt x="871153" y="1890750"/>
                </a:lnTo>
                <a:lnTo>
                  <a:pt x="859937" y="1845772"/>
                </a:lnTo>
                <a:lnTo>
                  <a:pt x="848353" y="1800940"/>
                </a:lnTo>
                <a:lnTo>
                  <a:pt x="836403" y="1756256"/>
                </a:lnTo>
                <a:lnTo>
                  <a:pt x="824087" y="1711724"/>
                </a:lnTo>
                <a:lnTo>
                  <a:pt x="811408" y="1667343"/>
                </a:lnTo>
                <a:lnTo>
                  <a:pt x="798368" y="1623116"/>
                </a:lnTo>
                <a:lnTo>
                  <a:pt x="784967" y="1579045"/>
                </a:lnTo>
                <a:lnTo>
                  <a:pt x="771209" y="1535130"/>
                </a:lnTo>
                <a:lnTo>
                  <a:pt x="757094" y="1491375"/>
                </a:lnTo>
                <a:lnTo>
                  <a:pt x="742624" y="1447780"/>
                </a:lnTo>
                <a:lnTo>
                  <a:pt x="727801" y="1404348"/>
                </a:lnTo>
                <a:lnTo>
                  <a:pt x="712627" y="1361080"/>
                </a:lnTo>
                <a:lnTo>
                  <a:pt x="697103" y="1317977"/>
                </a:lnTo>
                <a:lnTo>
                  <a:pt x="681231" y="1275042"/>
                </a:lnTo>
                <a:lnTo>
                  <a:pt x="665012" y="1232276"/>
                </a:lnTo>
                <a:lnTo>
                  <a:pt x="648450" y="1189680"/>
                </a:lnTo>
                <a:lnTo>
                  <a:pt x="631544" y="1147258"/>
                </a:lnTo>
                <a:lnTo>
                  <a:pt x="614297" y="1105009"/>
                </a:lnTo>
                <a:lnTo>
                  <a:pt x="596711" y="1062937"/>
                </a:lnTo>
                <a:lnTo>
                  <a:pt x="578787" y="1021042"/>
                </a:lnTo>
                <a:lnTo>
                  <a:pt x="560527" y="979326"/>
                </a:lnTo>
                <a:lnTo>
                  <a:pt x="541933" y="937792"/>
                </a:lnTo>
                <a:lnTo>
                  <a:pt x="523006" y="896440"/>
                </a:lnTo>
                <a:lnTo>
                  <a:pt x="503748" y="855273"/>
                </a:lnTo>
                <a:lnTo>
                  <a:pt x="484161" y="814292"/>
                </a:lnTo>
                <a:lnTo>
                  <a:pt x="464246" y="773499"/>
                </a:lnTo>
                <a:lnTo>
                  <a:pt x="444005" y="732895"/>
                </a:lnTo>
                <a:lnTo>
                  <a:pt x="423441" y="692483"/>
                </a:lnTo>
                <a:lnTo>
                  <a:pt x="402554" y="652263"/>
                </a:lnTo>
                <a:lnTo>
                  <a:pt x="381346" y="612239"/>
                </a:lnTo>
                <a:lnTo>
                  <a:pt x="359819" y="572411"/>
                </a:lnTo>
                <a:lnTo>
                  <a:pt x="337975" y="532780"/>
                </a:lnTo>
                <a:lnTo>
                  <a:pt x="315815" y="493350"/>
                </a:lnTo>
                <a:lnTo>
                  <a:pt x="293342" y="454121"/>
                </a:lnTo>
                <a:lnTo>
                  <a:pt x="270556" y="415095"/>
                </a:lnTo>
                <a:lnTo>
                  <a:pt x="247460" y="376275"/>
                </a:lnTo>
                <a:lnTo>
                  <a:pt x="224055" y="337661"/>
                </a:lnTo>
                <a:lnTo>
                  <a:pt x="200343" y="299255"/>
                </a:lnTo>
                <a:lnTo>
                  <a:pt x="176325" y="261059"/>
                </a:lnTo>
                <a:lnTo>
                  <a:pt x="152004" y="223075"/>
                </a:lnTo>
                <a:lnTo>
                  <a:pt x="127381" y="185304"/>
                </a:lnTo>
                <a:lnTo>
                  <a:pt x="102457" y="147749"/>
                </a:lnTo>
                <a:lnTo>
                  <a:pt x="77235" y="110410"/>
                </a:lnTo>
                <a:lnTo>
                  <a:pt x="51716" y="73290"/>
                </a:lnTo>
                <a:lnTo>
                  <a:pt x="25902" y="36390"/>
                </a:lnTo>
                <a:lnTo>
                  <a:pt x="0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4591" y="384468"/>
            <a:ext cx="4363388" cy="10814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8" y="1629536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5" y="2116912"/>
            <a:ext cx="432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4050" y="2506705"/>
            <a:ext cx="12256135" cy="373887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sz="2800" b="1" spc="22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9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marL="1905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Date:02-03-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marR="753110" algn="ctr">
              <a:lnSpc>
                <a:spcPct val="100000"/>
              </a:lnSpc>
              <a:spcBef>
                <a:spcPts val="830"/>
              </a:spcBef>
            </a:pP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Acadamic</a:t>
            </a:r>
            <a:r>
              <a:rPr sz="3600" b="1" spc="-1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events</a:t>
            </a:r>
            <a:r>
              <a:rPr sz="3600" b="1" spc="-1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registration</a:t>
            </a:r>
            <a:r>
              <a:rPr sz="3600" b="1" spc="-1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portal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2718" y="7739786"/>
            <a:ext cx="6189827" cy="1397819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lang="en-IN" sz="3000" spc="-10" dirty="0" err="1">
                <a:latin typeface="Cambria"/>
                <a:cs typeface="Cambria"/>
              </a:rPr>
              <a:t>V.Vaishnavi</a:t>
            </a:r>
            <a:r>
              <a:rPr sz="3000" spc="-10" dirty="0">
                <a:latin typeface="Cambria"/>
                <a:cs typeface="Cambria"/>
              </a:rPr>
              <a:t>,vtu26</a:t>
            </a:r>
            <a:r>
              <a:rPr lang="en-IN" sz="3000" spc="-10" dirty="0">
                <a:latin typeface="Cambria"/>
                <a:cs typeface="Cambria"/>
              </a:rPr>
              <a:t>447</a:t>
            </a:r>
            <a:r>
              <a:rPr sz="3000" spc="-10" dirty="0">
                <a:latin typeface="Cambria"/>
                <a:cs typeface="Cambria"/>
              </a:rPr>
              <a:t>,23UECS0</a:t>
            </a:r>
            <a:r>
              <a:rPr lang="en-IN" sz="3000" spc="-10" dirty="0">
                <a:latin typeface="Cambria"/>
                <a:cs typeface="Cambria"/>
              </a:rPr>
              <a:t>604</a:t>
            </a:r>
            <a:r>
              <a:rPr sz="3000" spc="-10" dirty="0">
                <a:latin typeface="Cambria"/>
                <a:cs typeface="Cambria"/>
              </a:rPr>
              <a:t>.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4743" y="7758379"/>
            <a:ext cx="4551045" cy="139763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IN" sz="3000" spc="-90" dirty="0">
                <a:latin typeface="Cambria"/>
                <a:cs typeface="Cambria"/>
              </a:rPr>
              <a:t>Dr.S.HEMAMALINI,M.E.,</a:t>
            </a:r>
            <a:r>
              <a:rPr lang="en-IN" sz="3000" spc="-90" dirty="0" err="1">
                <a:latin typeface="Cambria"/>
                <a:cs typeface="Cambria"/>
              </a:rPr>
              <a:t>Ph.D</a:t>
            </a:r>
            <a:r>
              <a:rPr lang="en-IN" sz="3000" spc="-90" dirty="0">
                <a:latin typeface="Cambria"/>
                <a:cs typeface="Cambria"/>
              </a:rPr>
              <a:t>.,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8794" y="6998284"/>
            <a:ext cx="71196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mbria"/>
                <a:cs typeface="Cambria"/>
              </a:rPr>
              <a:t>SDG: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No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Title(Example: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4</a:t>
            </a:r>
            <a:r>
              <a:rPr sz="2000" b="1" spc="1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Quality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Education)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55901" y="1613662"/>
            <a:ext cx="14831060" cy="7649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Background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Problem: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9700"/>
              </a:lnSpc>
              <a:spcBef>
                <a:spcPts val="35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educational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institutions,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still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through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spreadsheets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paper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traditional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duplication, </a:t>
            </a:r>
            <a:r>
              <a:rPr sz="2400" dirty="0">
                <a:latin typeface="Calibri"/>
                <a:cs typeface="Calibri"/>
              </a:rPr>
              <a:t>miscommunication,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maintaining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organizers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challenges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payments,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feedback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alibri"/>
                <a:cs typeface="Calibri"/>
              </a:rPr>
              <a:t>Why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This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Project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Important:</a:t>
            </a:r>
            <a:endParaRPr sz="2800">
              <a:latin typeface="Calibri"/>
              <a:cs typeface="Calibri"/>
            </a:endParaRPr>
          </a:p>
          <a:p>
            <a:pPr marL="12700" marR="57658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effort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minimizes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event-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</a:t>
            </a:r>
            <a:r>
              <a:rPr sz="2400" dirty="0">
                <a:latin typeface="Calibri"/>
                <a:cs typeface="Calibri"/>
              </a:rPr>
              <a:t>automated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organizers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participants.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information,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coordination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campus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transparency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accountability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event </a:t>
            </a:r>
            <a:r>
              <a:rPr sz="2400" spc="-10" dirty="0">
                <a:latin typeface="Calibri"/>
                <a:cs typeface="Calibri"/>
              </a:rPr>
              <a:t>management.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329"/>
              </a:lnSpc>
            </a:pPr>
            <a:r>
              <a:rPr sz="2800" b="1" spc="-30" dirty="0">
                <a:latin typeface="Calibri"/>
                <a:cs typeface="Calibri"/>
              </a:rPr>
              <a:t>Real-</a:t>
            </a:r>
            <a:r>
              <a:rPr sz="2800" b="1" dirty="0">
                <a:latin typeface="Calibri"/>
                <a:cs typeface="Calibri"/>
              </a:rPr>
              <a:t>World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Relevance:</a:t>
            </a:r>
            <a:endParaRPr sz="2800">
              <a:latin typeface="Calibri"/>
              <a:cs typeface="Calibri"/>
            </a:endParaRPr>
          </a:p>
          <a:p>
            <a:pPr marL="12700" marR="69215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college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workshops,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seminars,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cultural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technical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fests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conducted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regularly.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centralized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institutions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participants </a:t>
            </a:r>
            <a:r>
              <a:rPr sz="2400" spc="-20" dirty="0">
                <a:latin typeface="Calibri"/>
                <a:cs typeface="Calibri"/>
              </a:rPr>
              <a:t>smoothly.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universities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online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portals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simplify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practical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industry-</a:t>
            </a:r>
            <a:r>
              <a:rPr sz="2400" spc="-10" dirty="0">
                <a:latin typeface="Calibri"/>
                <a:cs typeface="Calibri"/>
              </a:rPr>
              <a:t>relevant.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329"/>
              </a:lnSpc>
            </a:pPr>
            <a:r>
              <a:rPr sz="2800" b="1" dirty="0">
                <a:latin typeface="Calibri"/>
                <a:cs typeface="Calibri"/>
              </a:rPr>
              <a:t>Brief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Overview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System:</a:t>
            </a:r>
            <a:endParaRPr sz="2800">
              <a:latin typeface="Calibri"/>
              <a:cs typeface="Calibri"/>
            </a:endParaRPr>
          </a:p>
          <a:p>
            <a:pPr marL="12700" marR="212090">
              <a:lnSpc>
                <a:spcPct val="100000"/>
              </a:lnSpc>
              <a:spcBef>
                <a:spcPts val="35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Campus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web-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register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online.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Administrators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reports.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confirmation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messages,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organized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platform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 </a:t>
            </a:r>
            <a:r>
              <a:rPr sz="2400" dirty="0">
                <a:latin typeface="Calibri"/>
                <a:cs typeface="Calibri"/>
              </a:rPr>
              <a:t>campus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2075433"/>
            <a:ext cx="14897735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5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dirty="0">
                <a:latin typeface="Calibri"/>
                <a:cs typeface="Calibri"/>
              </a:rPr>
              <a:t>PROBLEM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STATEMENT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469900" marR="45593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colleges,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registration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still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manually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paper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unorganized </a:t>
            </a: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methods.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entry,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duplicate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registrations,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difficulty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tracking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participant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details.</a:t>
            </a:r>
            <a:endParaRPr sz="2800">
              <a:latin typeface="Calibri"/>
              <a:cs typeface="Calibri"/>
            </a:endParaRPr>
          </a:p>
          <a:p>
            <a:pPr marL="469900" marR="1315085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Managing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payments,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confirmations,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attendance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becomes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time-</a:t>
            </a:r>
            <a:r>
              <a:rPr sz="2800" dirty="0">
                <a:latin typeface="Calibri"/>
                <a:cs typeface="Calibri"/>
              </a:rPr>
              <a:t>consuming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inefficient.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Communication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organizers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participants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often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unclear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ordelayed.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centralized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monitor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capacity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reports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instantly.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organizers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challenges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planning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effectively.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Calibri"/>
                <a:cs typeface="Calibri"/>
              </a:rPr>
              <a:t>Therefore,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secure,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automated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Campus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Registration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Portal.</a:t>
            </a:r>
            <a:endParaRPr sz="2800">
              <a:latin typeface="Calibri"/>
              <a:cs typeface="Calibri"/>
            </a:endParaRPr>
          </a:p>
          <a:p>
            <a:pPr marL="469900" marR="82296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streamline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registrations,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efficiently,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overall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event </a:t>
            </a:r>
            <a:r>
              <a:rPr sz="2800" spc="-10" dirty="0">
                <a:latin typeface="Calibri"/>
                <a:cs typeface="Calibri"/>
              </a:rPr>
              <a:t>coordination.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469265" algn="l"/>
              </a:tabLst>
            </a:pPr>
            <a:r>
              <a:rPr spc="-95" dirty="0"/>
              <a:t>To</a:t>
            </a:r>
            <a:r>
              <a:rPr spc="-65" dirty="0"/>
              <a:t> </a:t>
            </a:r>
            <a:r>
              <a:rPr dirty="0"/>
              <a:t>design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develop:</a:t>
            </a:r>
          </a:p>
          <a:p>
            <a:pPr marL="12700" marR="414020" indent="566420">
              <a:lnSpc>
                <a:spcPct val="100000"/>
              </a:lnSpc>
            </a:pPr>
            <a:r>
              <a:rPr b="0" dirty="0">
                <a:latin typeface="Calibri"/>
                <a:cs typeface="Calibri"/>
              </a:rPr>
              <a:t>a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centralized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30" dirty="0">
                <a:latin typeface="Calibri"/>
                <a:cs typeface="Calibri"/>
              </a:rPr>
              <a:t>web-</a:t>
            </a:r>
            <a:r>
              <a:rPr b="0" dirty="0">
                <a:latin typeface="Calibri"/>
                <a:cs typeface="Calibri"/>
              </a:rPr>
              <a:t>based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Campus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Event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Registration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Portal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that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allows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students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35" dirty="0">
                <a:latin typeface="Calibri"/>
                <a:cs typeface="Calibri"/>
              </a:rPr>
              <a:t>view,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register,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receive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confirmation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events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online.</a:t>
            </a: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pc="-95" dirty="0"/>
              <a:t>To</a:t>
            </a:r>
            <a:r>
              <a:rPr spc="-65" dirty="0"/>
              <a:t> </a:t>
            </a:r>
            <a:r>
              <a:rPr dirty="0"/>
              <a:t>implement</a:t>
            </a:r>
            <a:r>
              <a:rPr spc="-145" dirty="0"/>
              <a:t> </a:t>
            </a:r>
            <a:r>
              <a:rPr b="0" spc="-50" dirty="0">
                <a:latin typeface="Calibri"/>
                <a:cs typeface="Calibri"/>
              </a:rPr>
              <a:t>:</a:t>
            </a:r>
          </a:p>
          <a:p>
            <a:pPr marL="12700" marR="902969" indent="566420">
              <a:lnSpc>
                <a:spcPct val="100000"/>
              </a:lnSpc>
            </a:pPr>
            <a:r>
              <a:rPr b="0" dirty="0">
                <a:latin typeface="Calibri"/>
                <a:cs typeface="Calibri"/>
              </a:rPr>
              <a:t>secure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login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database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management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features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ensure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safe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storage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easy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retrieval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of </a:t>
            </a:r>
            <a:r>
              <a:rPr b="0" spc="-10" dirty="0">
                <a:latin typeface="Calibri"/>
                <a:cs typeface="Calibri"/>
              </a:rPr>
              <a:t>participant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event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data.</a:t>
            </a: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pc="-95" dirty="0"/>
              <a:t>To</a:t>
            </a:r>
            <a:r>
              <a:rPr spc="-65" dirty="0"/>
              <a:t> </a:t>
            </a:r>
            <a:r>
              <a:rPr spc="-10" dirty="0"/>
              <a:t>improve:</a:t>
            </a:r>
          </a:p>
          <a:p>
            <a:pPr marL="12700" marR="438784" indent="485775">
              <a:lnSpc>
                <a:spcPct val="100000"/>
              </a:lnSpc>
            </a:pPr>
            <a:r>
              <a:rPr b="0" dirty="0">
                <a:latin typeface="Calibri"/>
                <a:cs typeface="Calibri"/>
              </a:rPr>
              <a:t>event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management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efficiency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reducing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manual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paperwork,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eliminating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duplicate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entries,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and </a:t>
            </a:r>
            <a:r>
              <a:rPr b="0" dirty="0">
                <a:latin typeface="Calibri"/>
                <a:cs typeface="Calibri"/>
              </a:rPr>
              <a:t>enabling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real-</a:t>
            </a:r>
            <a:r>
              <a:rPr b="0" dirty="0">
                <a:latin typeface="Calibri"/>
                <a:cs typeface="Calibri"/>
              </a:rPr>
              <a:t>time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registration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tracking.</a:t>
            </a:r>
          </a:p>
          <a:p>
            <a:pPr marL="550545" indent="-53784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550545" algn="l"/>
              </a:tabLst>
            </a:pPr>
            <a:r>
              <a:rPr spc="-95" dirty="0"/>
              <a:t>To</a:t>
            </a:r>
            <a:r>
              <a:rPr spc="-65" dirty="0"/>
              <a:t> </a:t>
            </a:r>
            <a:r>
              <a:rPr spc="-10" dirty="0"/>
              <a:t>evaluate</a:t>
            </a:r>
            <a:r>
              <a:rPr spc="-9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10" dirty="0"/>
              <a:t>performance</a:t>
            </a:r>
            <a:r>
              <a:rPr spc="-70" dirty="0"/>
              <a:t> </a:t>
            </a:r>
            <a:r>
              <a:rPr spc="-50" dirty="0"/>
              <a:t>:</a:t>
            </a:r>
          </a:p>
          <a:p>
            <a:pPr marL="12700" marR="5080" indent="566420">
              <a:lnSpc>
                <a:spcPct val="100000"/>
              </a:lnSpc>
            </a:pPr>
            <a:r>
              <a:rPr b="0" dirty="0">
                <a:latin typeface="Calibri"/>
                <a:cs typeface="Calibri"/>
              </a:rPr>
              <a:t>the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system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comparing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time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saved,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reduction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errors,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user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feedback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against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traditional </a:t>
            </a:r>
            <a:r>
              <a:rPr b="0" dirty="0">
                <a:latin typeface="Calibri"/>
                <a:cs typeface="Calibri"/>
              </a:rPr>
              <a:t>manual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registration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4700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544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5492" y="1804542"/>
            <a:ext cx="13873480" cy="2707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Description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3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Campus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web-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event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college.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administrators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Students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available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receive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confirmation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online.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2865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centralized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generation.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345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participant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5492" y="4913757"/>
            <a:ext cx="4752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How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It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Solves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Existing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Issues: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5492" y="5343220"/>
            <a:ext cx="1410271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eliminates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paperwork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duplicate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entries.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simplifies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organizing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digital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format.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communication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coordination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quick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5492" y="6803897"/>
            <a:ext cx="9469120" cy="1918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265" algn="l"/>
              </a:tabLst>
            </a:pPr>
            <a:r>
              <a:rPr sz="2800" b="1" spc="-20" dirty="0">
                <a:latin typeface="Calibri"/>
                <a:cs typeface="Calibri"/>
              </a:rPr>
              <a:t>Advantages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Over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Current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Systems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Faster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Secure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loss.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capacity.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Easy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decision-making.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2763393"/>
            <a:ext cx="170815" cy="162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5401"/>
            <a:ext cx="165735" cy="2277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379360" y="-257556"/>
            <a:ext cx="5166360" cy="1877695"/>
            <a:chOff x="13379360" y="-257556"/>
            <a:chExt cx="5166360" cy="1877695"/>
          </a:xfrm>
        </p:grpSpPr>
        <p:sp>
          <p:nvSpPr>
            <p:cNvPr id="16" name="object 16"/>
            <p:cNvSpPr/>
            <p:nvPr/>
          </p:nvSpPr>
          <p:spPr>
            <a:xfrm>
              <a:off x="13636916" y="0"/>
              <a:ext cx="4651375" cy="1362710"/>
            </a:xfrm>
            <a:custGeom>
              <a:avLst/>
              <a:gdLst/>
              <a:ahLst/>
              <a:cxnLst/>
              <a:rect l="l" t="t" r="r" b="b"/>
              <a:pathLst>
                <a:path w="4651375" h="1362710">
                  <a:moveTo>
                    <a:pt x="0" y="0"/>
                  </a:moveTo>
                  <a:lnTo>
                    <a:pt x="31337" y="27289"/>
                  </a:lnTo>
                  <a:lnTo>
                    <a:pt x="65456" y="56516"/>
                  </a:lnTo>
                  <a:lnTo>
                    <a:pt x="99816" y="85469"/>
                  </a:lnTo>
                  <a:lnTo>
                    <a:pt x="134415" y="114145"/>
                  </a:lnTo>
                  <a:lnTo>
                    <a:pt x="169251" y="142543"/>
                  </a:lnTo>
                  <a:lnTo>
                    <a:pt x="204323" y="170661"/>
                  </a:lnTo>
                  <a:lnTo>
                    <a:pt x="239628" y="198497"/>
                  </a:lnTo>
                  <a:lnTo>
                    <a:pt x="275166" y="226051"/>
                  </a:lnTo>
                  <a:lnTo>
                    <a:pt x="310934" y="253319"/>
                  </a:lnTo>
                  <a:lnTo>
                    <a:pt x="346931" y="280301"/>
                  </a:lnTo>
                  <a:lnTo>
                    <a:pt x="383155" y="306994"/>
                  </a:lnTo>
                  <a:lnTo>
                    <a:pt x="419604" y="333397"/>
                  </a:lnTo>
                  <a:lnTo>
                    <a:pt x="456277" y="359508"/>
                  </a:lnTo>
                  <a:lnTo>
                    <a:pt x="493172" y="385326"/>
                  </a:lnTo>
                  <a:lnTo>
                    <a:pt x="530286" y="410849"/>
                  </a:lnTo>
                  <a:lnTo>
                    <a:pt x="567620" y="436075"/>
                  </a:lnTo>
                  <a:lnTo>
                    <a:pt x="605170" y="461002"/>
                  </a:lnTo>
                  <a:lnTo>
                    <a:pt x="642936" y="485628"/>
                  </a:lnTo>
                  <a:lnTo>
                    <a:pt x="680914" y="509953"/>
                  </a:lnTo>
                  <a:lnTo>
                    <a:pt x="719105" y="533974"/>
                  </a:lnTo>
                  <a:lnTo>
                    <a:pt x="757505" y="557690"/>
                  </a:lnTo>
                  <a:lnTo>
                    <a:pt x="796114" y="581098"/>
                  </a:lnTo>
                  <a:lnTo>
                    <a:pt x="834930" y="604198"/>
                  </a:lnTo>
                  <a:lnTo>
                    <a:pt x="873950" y="626987"/>
                  </a:lnTo>
                  <a:lnTo>
                    <a:pt x="913173" y="649464"/>
                  </a:lnTo>
                  <a:lnTo>
                    <a:pt x="952598" y="671627"/>
                  </a:lnTo>
                  <a:lnTo>
                    <a:pt x="992223" y="693474"/>
                  </a:lnTo>
                  <a:lnTo>
                    <a:pt x="1032046" y="715004"/>
                  </a:lnTo>
                  <a:lnTo>
                    <a:pt x="1072065" y="736215"/>
                  </a:lnTo>
                  <a:lnTo>
                    <a:pt x="1112279" y="757105"/>
                  </a:lnTo>
                  <a:lnTo>
                    <a:pt x="1152685" y="777673"/>
                  </a:lnTo>
                  <a:lnTo>
                    <a:pt x="1193283" y="797917"/>
                  </a:lnTo>
                  <a:lnTo>
                    <a:pt x="1234071" y="817834"/>
                  </a:lnTo>
                  <a:lnTo>
                    <a:pt x="1275046" y="837424"/>
                  </a:lnTo>
                  <a:lnTo>
                    <a:pt x="1316208" y="856685"/>
                  </a:lnTo>
                  <a:lnTo>
                    <a:pt x="1357554" y="875615"/>
                  </a:lnTo>
                  <a:lnTo>
                    <a:pt x="1399083" y="894212"/>
                  </a:lnTo>
                  <a:lnTo>
                    <a:pt x="1440793" y="912475"/>
                  </a:lnTo>
                  <a:lnTo>
                    <a:pt x="1482682" y="930402"/>
                  </a:lnTo>
                  <a:lnTo>
                    <a:pt x="1524749" y="947990"/>
                  </a:lnTo>
                  <a:lnTo>
                    <a:pt x="1566991" y="965240"/>
                  </a:lnTo>
                  <a:lnTo>
                    <a:pt x="1609408" y="982148"/>
                  </a:lnTo>
                  <a:lnTo>
                    <a:pt x="1651998" y="998713"/>
                  </a:lnTo>
                  <a:lnTo>
                    <a:pt x="1694758" y="1014934"/>
                  </a:lnTo>
                  <a:lnTo>
                    <a:pt x="1737688" y="1030808"/>
                  </a:lnTo>
                  <a:lnTo>
                    <a:pt x="1780784" y="1046334"/>
                  </a:lnTo>
                  <a:lnTo>
                    <a:pt x="1824047" y="1061511"/>
                  </a:lnTo>
                  <a:lnTo>
                    <a:pt x="1867474" y="1076336"/>
                  </a:lnTo>
                  <a:lnTo>
                    <a:pt x="1911062" y="1090808"/>
                  </a:lnTo>
                  <a:lnTo>
                    <a:pt x="1954812" y="1104925"/>
                  </a:lnTo>
                  <a:lnTo>
                    <a:pt x="1998720" y="1118686"/>
                  </a:lnTo>
                  <a:lnTo>
                    <a:pt x="2042786" y="1132089"/>
                  </a:lnTo>
                  <a:lnTo>
                    <a:pt x="2087007" y="1145131"/>
                  </a:lnTo>
                  <a:lnTo>
                    <a:pt x="2131382" y="1157812"/>
                  </a:lnTo>
                  <a:lnTo>
                    <a:pt x="2175909" y="1170129"/>
                  </a:lnTo>
                  <a:lnTo>
                    <a:pt x="2220586" y="1182082"/>
                  </a:lnTo>
                  <a:lnTo>
                    <a:pt x="2265412" y="1193668"/>
                  </a:lnTo>
                  <a:lnTo>
                    <a:pt x="2310385" y="1204885"/>
                  </a:lnTo>
                  <a:lnTo>
                    <a:pt x="2355503" y="1215732"/>
                  </a:lnTo>
                  <a:lnTo>
                    <a:pt x="2400765" y="1226207"/>
                  </a:lnTo>
                  <a:lnTo>
                    <a:pt x="2446168" y="1236309"/>
                  </a:lnTo>
                  <a:lnTo>
                    <a:pt x="2491712" y="1246035"/>
                  </a:lnTo>
                  <a:lnTo>
                    <a:pt x="2537395" y="1255384"/>
                  </a:lnTo>
                  <a:lnTo>
                    <a:pt x="2583214" y="1264355"/>
                  </a:lnTo>
                  <a:lnTo>
                    <a:pt x="2629168" y="1272945"/>
                  </a:lnTo>
                  <a:lnTo>
                    <a:pt x="2675255" y="1281154"/>
                  </a:lnTo>
                  <a:lnTo>
                    <a:pt x="2721474" y="1288978"/>
                  </a:lnTo>
                  <a:lnTo>
                    <a:pt x="2767823" y="1296417"/>
                  </a:lnTo>
                  <a:lnTo>
                    <a:pt x="2814301" y="1303469"/>
                  </a:lnTo>
                  <a:lnTo>
                    <a:pt x="2860904" y="1310132"/>
                  </a:lnTo>
                  <a:lnTo>
                    <a:pt x="2907633" y="1316404"/>
                  </a:lnTo>
                  <a:lnTo>
                    <a:pt x="2954485" y="1322284"/>
                  </a:lnTo>
                  <a:lnTo>
                    <a:pt x="3001458" y="1327770"/>
                  </a:lnTo>
                  <a:lnTo>
                    <a:pt x="3048551" y="1332860"/>
                  </a:lnTo>
                  <a:lnTo>
                    <a:pt x="3095762" y="1337552"/>
                  </a:lnTo>
                  <a:lnTo>
                    <a:pt x="3143089" y="1341846"/>
                  </a:lnTo>
                  <a:lnTo>
                    <a:pt x="3190531" y="1345739"/>
                  </a:lnTo>
                  <a:lnTo>
                    <a:pt x="3238085" y="1349229"/>
                  </a:lnTo>
                  <a:lnTo>
                    <a:pt x="3285751" y="1352315"/>
                  </a:lnTo>
                  <a:lnTo>
                    <a:pt x="3333527" y="1354995"/>
                  </a:lnTo>
                  <a:lnTo>
                    <a:pt x="3381410" y="1357268"/>
                  </a:lnTo>
                  <a:lnTo>
                    <a:pt x="3429400" y="1359131"/>
                  </a:lnTo>
                  <a:lnTo>
                    <a:pt x="3477493" y="1360583"/>
                  </a:lnTo>
                  <a:lnTo>
                    <a:pt x="3525690" y="1361622"/>
                  </a:lnTo>
                  <a:lnTo>
                    <a:pt x="3573987" y="1362247"/>
                  </a:lnTo>
                  <a:lnTo>
                    <a:pt x="3622384" y="1362455"/>
                  </a:lnTo>
                  <a:lnTo>
                    <a:pt x="3670780" y="1362247"/>
                  </a:lnTo>
                  <a:lnTo>
                    <a:pt x="3719078" y="1361622"/>
                  </a:lnTo>
                  <a:lnTo>
                    <a:pt x="3767274" y="1360583"/>
                  </a:lnTo>
                  <a:lnTo>
                    <a:pt x="3815368" y="1359131"/>
                  </a:lnTo>
                  <a:lnTo>
                    <a:pt x="3863357" y="1357268"/>
                  </a:lnTo>
                  <a:lnTo>
                    <a:pt x="3911241" y="1354995"/>
                  </a:lnTo>
                  <a:lnTo>
                    <a:pt x="3959016" y="1352315"/>
                  </a:lnTo>
                  <a:lnTo>
                    <a:pt x="4006682" y="1349229"/>
                  </a:lnTo>
                  <a:lnTo>
                    <a:pt x="4054237" y="1345739"/>
                  </a:lnTo>
                  <a:lnTo>
                    <a:pt x="4101679" y="1341846"/>
                  </a:lnTo>
                  <a:lnTo>
                    <a:pt x="4149006" y="1337552"/>
                  </a:lnTo>
                  <a:lnTo>
                    <a:pt x="4196217" y="1332860"/>
                  </a:lnTo>
                  <a:lnTo>
                    <a:pt x="4243310" y="1327770"/>
                  </a:lnTo>
                  <a:lnTo>
                    <a:pt x="4290283" y="1322284"/>
                  </a:lnTo>
                  <a:lnTo>
                    <a:pt x="4337135" y="1316404"/>
                  </a:lnTo>
                  <a:lnTo>
                    <a:pt x="4383863" y="1310132"/>
                  </a:lnTo>
                  <a:lnTo>
                    <a:pt x="4430467" y="1303469"/>
                  </a:lnTo>
                  <a:lnTo>
                    <a:pt x="4476944" y="1296417"/>
                  </a:lnTo>
                  <a:lnTo>
                    <a:pt x="4523293" y="1288978"/>
                  </a:lnTo>
                  <a:lnTo>
                    <a:pt x="4569512" y="1281154"/>
                  </a:lnTo>
                  <a:lnTo>
                    <a:pt x="4615600" y="1272945"/>
                  </a:lnTo>
                  <a:lnTo>
                    <a:pt x="4651084" y="1266312"/>
                  </a:lnTo>
                </a:path>
              </a:pathLst>
            </a:custGeom>
            <a:ln w="515112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6" y="909827"/>
              <a:ext cx="946403" cy="23774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14724" y="1570131"/>
            <a:ext cx="25857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BLOCK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6783301-275A-DB81-6B87-6C6316072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517" y="2317057"/>
            <a:ext cx="13032965" cy="71708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844" y="2092833"/>
            <a:ext cx="170815" cy="295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288794" y="1648714"/>
            <a:ext cx="34245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(Add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dataflow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1581491-9C3C-270A-9CD5-BF96BD086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526918"/>
            <a:ext cx="14630400" cy="6502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55926" y="1572514"/>
            <a:ext cx="5055235" cy="555472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16535" marR="3593465" indent="-204470">
              <a:lnSpc>
                <a:spcPct val="100400"/>
              </a:lnSpc>
              <a:spcBef>
                <a:spcPts val="80"/>
              </a:spcBef>
            </a:pPr>
            <a:r>
              <a:rPr sz="2800" b="1" spc="-15" dirty="0">
                <a:latin typeface="Calibri"/>
                <a:cs typeface="Calibri"/>
              </a:rPr>
              <a:t>Frontend: </a:t>
            </a:r>
            <a:r>
              <a:rPr sz="2400" spc="-20" dirty="0">
                <a:latin typeface="Calibri"/>
                <a:cs typeface="Calibri"/>
              </a:rPr>
              <a:t>HTML</a:t>
            </a:r>
            <a:r>
              <a:rPr sz="2400" spc="6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CSS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3345"/>
              </a:lnSpc>
            </a:pPr>
            <a:r>
              <a:rPr sz="2800" b="1" spc="-10" dirty="0">
                <a:latin typeface="Calibri"/>
                <a:cs typeface="Calibri"/>
              </a:rPr>
              <a:t>Backend:</a:t>
            </a:r>
            <a:endParaRPr sz="2800" dirty="0">
              <a:latin typeface="Calibri"/>
              <a:cs typeface="Calibri"/>
            </a:endParaRPr>
          </a:p>
          <a:p>
            <a:pPr marL="216535">
              <a:lnSpc>
                <a:spcPts val="2865"/>
              </a:lnSpc>
              <a:spcBef>
                <a:spcPts val="25"/>
              </a:spcBef>
            </a:pPr>
            <a:r>
              <a:rPr lang="en-IN" sz="2400" dirty="0">
                <a:latin typeface="Calibri"/>
                <a:cs typeface="Calibri"/>
              </a:rPr>
              <a:t>Node.js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3345"/>
              </a:lnSpc>
            </a:pPr>
            <a:r>
              <a:rPr sz="2800" b="1" spc="-10" dirty="0">
                <a:latin typeface="Calibri"/>
                <a:cs typeface="Calibri"/>
              </a:rPr>
              <a:t>Database:</a:t>
            </a:r>
            <a:endParaRPr sz="2800" dirty="0">
              <a:latin typeface="Calibri"/>
              <a:cs typeface="Calibri"/>
            </a:endParaRPr>
          </a:p>
          <a:p>
            <a:pPr marL="216535">
              <a:lnSpc>
                <a:spcPts val="2865"/>
              </a:lnSpc>
              <a:spcBef>
                <a:spcPts val="30"/>
              </a:spcBef>
            </a:pPr>
            <a:r>
              <a:rPr sz="2400" spc="-10" dirty="0">
                <a:latin typeface="Calibri"/>
                <a:cs typeface="Calibri"/>
              </a:rPr>
              <a:t>MySQL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3345"/>
              </a:lnSpc>
            </a:pPr>
            <a:r>
              <a:rPr sz="2800" b="1" spc="-10" dirty="0">
                <a:latin typeface="Calibri"/>
                <a:cs typeface="Calibri"/>
              </a:rPr>
              <a:t>Tools:</a:t>
            </a:r>
            <a:endParaRPr sz="2800" dirty="0">
              <a:latin typeface="Calibri"/>
              <a:cs typeface="Calibri"/>
            </a:endParaRPr>
          </a:p>
          <a:p>
            <a:pPr marL="216535" marR="5080" indent="38100">
              <a:lnSpc>
                <a:spcPct val="101899"/>
              </a:lnSpc>
              <a:spcBef>
                <a:spcPts val="345"/>
              </a:spcBef>
            </a:pP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Studio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Editor) </a:t>
            </a:r>
            <a:endParaRPr lang="en-IN" sz="2400" spc="-10" dirty="0">
              <a:latin typeface="Calibri"/>
              <a:cs typeface="Calibri"/>
            </a:endParaRPr>
          </a:p>
          <a:p>
            <a:pPr marL="216535" marR="5080" indent="38100">
              <a:lnSpc>
                <a:spcPct val="101899"/>
              </a:lnSpc>
              <a:spcBef>
                <a:spcPts val="345"/>
              </a:spcBef>
            </a:pPr>
            <a:r>
              <a:rPr lang="en-IN" sz="2400" spc="-10" dirty="0">
                <a:latin typeface="Calibri"/>
                <a:cs typeface="Calibri"/>
              </a:rPr>
              <a:t>  My </a:t>
            </a:r>
            <a:r>
              <a:rPr lang="en-IN" sz="2400" spc="-10" dirty="0" err="1">
                <a:latin typeface="Calibri"/>
                <a:cs typeface="Calibri"/>
              </a:rPr>
              <a:t>Sql</a:t>
            </a:r>
            <a:r>
              <a:rPr lang="en-IN" sz="2400" spc="-10" dirty="0">
                <a:latin typeface="Calibri"/>
                <a:cs typeface="Calibri"/>
              </a:rPr>
              <a:t> Workbench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3329"/>
              </a:lnSpc>
            </a:pPr>
            <a:r>
              <a:rPr sz="2800" b="1" spc="-10" dirty="0">
                <a:latin typeface="Calibri"/>
                <a:cs typeface="Calibri"/>
              </a:rPr>
              <a:t>Hardware</a:t>
            </a:r>
            <a:r>
              <a:rPr sz="2800" b="1" spc="-1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Requirements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149860" marR="2592705">
              <a:lnSpc>
                <a:spcPct val="100000"/>
              </a:lnSpc>
              <a:spcBef>
                <a:spcPts val="30"/>
              </a:spcBef>
            </a:pPr>
            <a:r>
              <a:rPr sz="2400" spc="-10" dirty="0">
                <a:latin typeface="Calibri"/>
                <a:cs typeface="Calibri"/>
              </a:rPr>
              <a:t>Operating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  Web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browser </a:t>
            </a:r>
            <a:r>
              <a:rPr lang="en-IN"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Studio</a:t>
            </a:r>
            <a:r>
              <a:rPr sz="2400" spc="-20" dirty="0">
                <a:latin typeface="Calibri"/>
                <a:cs typeface="Calibri"/>
              </a:rPr>
              <a:t> Code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7170908" y="1996656"/>
            <a:ext cx="1117600" cy="6644640"/>
          </a:xfrm>
          <a:custGeom>
            <a:avLst/>
            <a:gdLst/>
            <a:ahLst/>
            <a:cxnLst/>
            <a:rect l="l" t="t" r="r" b="b"/>
            <a:pathLst>
              <a:path w="1117600" h="6644640">
                <a:moveTo>
                  <a:pt x="1117092" y="0"/>
                </a:moveTo>
                <a:lnTo>
                  <a:pt x="1081993" y="46650"/>
                </a:lnTo>
                <a:lnTo>
                  <a:pt x="1055303" y="82874"/>
                </a:lnTo>
                <a:lnTo>
                  <a:pt x="1028904" y="119323"/>
                </a:lnTo>
                <a:lnTo>
                  <a:pt x="1002797" y="155996"/>
                </a:lnTo>
                <a:lnTo>
                  <a:pt x="976983" y="192891"/>
                </a:lnTo>
                <a:lnTo>
                  <a:pt x="951464" y="230006"/>
                </a:lnTo>
                <a:lnTo>
                  <a:pt x="926242" y="267339"/>
                </a:lnTo>
                <a:lnTo>
                  <a:pt x="901318" y="304890"/>
                </a:lnTo>
                <a:lnTo>
                  <a:pt x="876695" y="342655"/>
                </a:lnTo>
                <a:lnTo>
                  <a:pt x="852374" y="380634"/>
                </a:lnTo>
                <a:lnTo>
                  <a:pt x="828356" y="418824"/>
                </a:lnTo>
                <a:lnTo>
                  <a:pt x="804644" y="457225"/>
                </a:lnTo>
                <a:lnTo>
                  <a:pt x="781239" y="495834"/>
                </a:lnTo>
                <a:lnTo>
                  <a:pt x="758143" y="534649"/>
                </a:lnTo>
                <a:lnTo>
                  <a:pt x="735357" y="573669"/>
                </a:lnTo>
                <a:lnTo>
                  <a:pt x="712884" y="612893"/>
                </a:lnTo>
                <a:lnTo>
                  <a:pt x="690724" y="652318"/>
                </a:lnTo>
                <a:lnTo>
                  <a:pt x="668880" y="691942"/>
                </a:lnTo>
                <a:lnTo>
                  <a:pt x="647353" y="731765"/>
                </a:lnTo>
                <a:lnTo>
                  <a:pt x="626145" y="771784"/>
                </a:lnTo>
                <a:lnTo>
                  <a:pt x="605258" y="811998"/>
                </a:lnTo>
                <a:lnTo>
                  <a:pt x="584694" y="852405"/>
                </a:lnTo>
                <a:lnTo>
                  <a:pt x="564453" y="893003"/>
                </a:lnTo>
                <a:lnTo>
                  <a:pt x="544538" y="933790"/>
                </a:lnTo>
                <a:lnTo>
                  <a:pt x="524951" y="974766"/>
                </a:lnTo>
                <a:lnTo>
                  <a:pt x="505693" y="1015927"/>
                </a:lnTo>
                <a:lnTo>
                  <a:pt x="486766" y="1057273"/>
                </a:lnTo>
                <a:lnTo>
                  <a:pt x="468172" y="1098802"/>
                </a:lnTo>
                <a:lnTo>
                  <a:pt x="449912" y="1140512"/>
                </a:lnTo>
                <a:lnTo>
                  <a:pt x="431988" y="1182401"/>
                </a:lnTo>
                <a:lnTo>
                  <a:pt x="414402" y="1224468"/>
                </a:lnTo>
                <a:lnTo>
                  <a:pt x="397155" y="1266711"/>
                </a:lnTo>
                <a:lnTo>
                  <a:pt x="380249" y="1309128"/>
                </a:lnTo>
                <a:lnTo>
                  <a:pt x="363687" y="1351717"/>
                </a:lnTo>
                <a:lnTo>
                  <a:pt x="347468" y="1394478"/>
                </a:lnTo>
                <a:lnTo>
                  <a:pt x="331596" y="1437407"/>
                </a:lnTo>
                <a:lnTo>
                  <a:pt x="316072" y="1480504"/>
                </a:lnTo>
                <a:lnTo>
                  <a:pt x="300898" y="1523766"/>
                </a:lnTo>
                <a:lnTo>
                  <a:pt x="286075" y="1567193"/>
                </a:lnTo>
                <a:lnTo>
                  <a:pt x="271605" y="1610782"/>
                </a:lnTo>
                <a:lnTo>
                  <a:pt x="257490" y="1654531"/>
                </a:lnTo>
                <a:lnTo>
                  <a:pt x="243732" y="1698440"/>
                </a:lnTo>
                <a:lnTo>
                  <a:pt x="230331" y="1742505"/>
                </a:lnTo>
                <a:lnTo>
                  <a:pt x="217291" y="1786726"/>
                </a:lnTo>
                <a:lnTo>
                  <a:pt x="204612" y="1831101"/>
                </a:lnTo>
                <a:lnTo>
                  <a:pt x="192296" y="1875628"/>
                </a:lnTo>
                <a:lnTo>
                  <a:pt x="180346" y="1920305"/>
                </a:lnTo>
                <a:lnTo>
                  <a:pt x="168762" y="1965131"/>
                </a:lnTo>
                <a:lnTo>
                  <a:pt x="157546" y="2010104"/>
                </a:lnTo>
                <a:lnTo>
                  <a:pt x="146701" y="2055222"/>
                </a:lnTo>
                <a:lnTo>
                  <a:pt x="136227" y="2100484"/>
                </a:lnTo>
                <a:lnTo>
                  <a:pt x="126127" y="2145888"/>
                </a:lnTo>
                <a:lnTo>
                  <a:pt x="116402" y="2191432"/>
                </a:lnTo>
                <a:lnTo>
                  <a:pt x="107054" y="2237114"/>
                </a:lnTo>
                <a:lnTo>
                  <a:pt x="98085" y="2282933"/>
                </a:lnTo>
                <a:lnTo>
                  <a:pt x="89496" y="2328887"/>
                </a:lnTo>
                <a:lnTo>
                  <a:pt x="81289" y="2374975"/>
                </a:lnTo>
                <a:lnTo>
                  <a:pt x="73466" y="2421194"/>
                </a:lnTo>
                <a:lnTo>
                  <a:pt x="66028" y="2467543"/>
                </a:lnTo>
                <a:lnTo>
                  <a:pt x="58977" y="2514020"/>
                </a:lnTo>
                <a:lnTo>
                  <a:pt x="52315" y="2560624"/>
                </a:lnTo>
                <a:lnTo>
                  <a:pt x="46044" y="2607352"/>
                </a:lnTo>
                <a:lnTo>
                  <a:pt x="40165" y="2654204"/>
                </a:lnTo>
                <a:lnTo>
                  <a:pt x="34680" y="2701177"/>
                </a:lnTo>
                <a:lnTo>
                  <a:pt x="29591" y="2748270"/>
                </a:lnTo>
                <a:lnTo>
                  <a:pt x="24899" y="2795481"/>
                </a:lnTo>
                <a:lnTo>
                  <a:pt x="20606" y="2842808"/>
                </a:lnTo>
                <a:lnTo>
                  <a:pt x="16714" y="2890250"/>
                </a:lnTo>
                <a:lnTo>
                  <a:pt x="13224" y="2937805"/>
                </a:lnTo>
                <a:lnTo>
                  <a:pt x="10138" y="2985471"/>
                </a:lnTo>
                <a:lnTo>
                  <a:pt x="7459" y="3033246"/>
                </a:lnTo>
                <a:lnTo>
                  <a:pt x="5187" y="3081130"/>
                </a:lnTo>
                <a:lnTo>
                  <a:pt x="3324" y="3129119"/>
                </a:lnTo>
                <a:lnTo>
                  <a:pt x="1872" y="3177213"/>
                </a:lnTo>
                <a:lnTo>
                  <a:pt x="833" y="3225409"/>
                </a:lnTo>
                <a:lnTo>
                  <a:pt x="208" y="3273707"/>
                </a:lnTo>
                <a:lnTo>
                  <a:pt x="0" y="3322103"/>
                </a:lnTo>
                <a:lnTo>
                  <a:pt x="208" y="3370500"/>
                </a:lnTo>
                <a:lnTo>
                  <a:pt x="833" y="3418797"/>
                </a:lnTo>
                <a:lnTo>
                  <a:pt x="1872" y="3466994"/>
                </a:lnTo>
                <a:lnTo>
                  <a:pt x="3324" y="3515088"/>
                </a:lnTo>
                <a:lnTo>
                  <a:pt x="5187" y="3563077"/>
                </a:lnTo>
                <a:lnTo>
                  <a:pt x="7459" y="3610960"/>
                </a:lnTo>
                <a:lnTo>
                  <a:pt x="10138" y="3658736"/>
                </a:lnTo>
                <a:lnTo>
                  <a:pt x="13224" y="3706402"/>
                </a:lnTo>
                <a:lnTo>
                  <a:pt x="16714" y="3753956"/>
                </a:lnTo>
                <a:lnTo>
                  <a:pt x="20606" y="3801398"/>
                </a:lnTo>
                <a:lnTo>
                  <a:pt x="24899" y="3848725"/>
                </a:lnTo>
                <a:lnTo>
                  <a:pt x="29591" y="3895936"/>
                </a:lnTo>
                <a:lnTo>
                  <a:pt x="34680" y="3943029"/>
                </a:lnTo>
                <a:lnTo>
                  <a:pt x="40165" y="3990002"/>
                </a:lnTo>
                <a:lnTo>
                  <a:pt x="46044" y="4036854"/>
                </a:lnTo>
                <a:lnTo>
                  <a:pt x="52315" y="4083583"/>
                </a:lnTo>
                <a:lnTo>
                  <a:pt x="58977" y="4130187"/>
                </a:lnTo>
                <a:lnTo>
                  <a:pt x="66028" y="4176664"/>
                </a:lnTo>
                <a:lnTo>
                  <a:pt x="73466" y="4223013"/>
                </a:lnTo>
                <a:lnTo>
                  <a:pt x="81289" y="4269232"/>
                </a:lnTo>
                <a:lnTo>
                  <a:pt x="89496" y="4315319"/>
                </a:lnTo>
                <a:lnTo>
                  <a:pt x="98085" y="4361273"/>
                </a:lnTo>
                <a:lnTo>
                  <a:pt x="107054" y="4407092"/>
                </a:lnTo>
                <a:lnTo>
                  <a:pt x="116402" y="4452775"/>
                </a:lnTo>
                <a:lnTo>
                  <a:pt x="126127" y="4498319"/>
                </a:lnTo>
                <a:lnTo>
                  <a:pt x="136227" y="4543722"/>
                </a:lnTo>
                <a:lnTo>
                  <a:pt x="146701" y="4588984"/>
                </a:lnTo>
                <a:lnTo>
                  <a:pt x="157546" y="4634102"/>
                </a:lnTo>
                <a:lnTo>
                  <a:pt x="168762" y="4679075"/>
                </a:lnTo>
                <a:lnTo>
                  <a:pt x="180346" y="4723901"/>
                </a:lnTo>
                <a:lnTo>
                  <a:pt x="192296" y="4768578"/>
                </a:lnTo>
                <a:lnTo>
                  <a:pt x="204612" y="4813105"/>
                </a:lnTo>
                <a:lnTo>
                  <a:pt x="217291" y="4857480"/>
                </a:lnTo>
                <a:lnTo>
                  <a:pt x="230331" y="4901701"/>
                </a:lnTo>
                <a:lnTo>
                  <a:pt x="243732" y="4945767"/>
                </a:lnTo>
                <a:lnTo>
                  <a:pt x="257490" y="4989675"/>
                </a:lnTo>
                <a:lnTo>
                  <a:pt x="271605" y="5033425"/>
                </a:lnTo>
                <a:lnTo>
                  <a:pt x="286075" y="5077014"/>
                </a:lnTo>
                <a:lnTo>
                  <a:pt x="300898" y="5120440"/>
                </a:lnTo>
                <a:lnTo>
                  <a:pt x="316072" y="5163703"/>
                </a:lnTo>
                <a:lnTo>
                  <a:pt x="331596" y="5206799"/>
                </a:lnTo>
                <a:lnTo>
                  <a:pt x="347468" y="5249729"/>
                </a:lnTo>
                <a:lnTo>
                  <a:pt x="363687" y="5292489"/>
                </a:lnTo>
                <a:lnTo>
                  <a:pt x="380249" y="5335079"/>
                </a:lnTo>
                <a:lnTo>
                  <a:pt x="397155" y="5377496"/>
                </a:lnTo>
                <a:lnTo>
                  <a:pt x="414402" y="5419738"/>
                </a:lnTo>
                <a:lnTo>
                  <a:pt x="431988" y="5461805"/>
                </a:lnTo>
                <a:lnTo>
                  <a:pt x="449912" y="5503694"/>
                </a:lnTo>
                <a:lnTo>
                  <a:pt x="468172" y="5545404"/>
                </a:lnTo>
                <a:lnTo>
                  <a:pt x="486766" y="5586933"/>
                </a:lnTo>
                <a:lnTo>
                  <a:pt x="505693" y="5628279"/>
                </a:lnTo>
                <a:lnTo>
                  <a:pt x="524951" y="5669441"/>
                </a:lnTo>
                <a:lnTo>
                  <a:pt x="544538" y="5710416"/>
                </a:lnTo>
                <a:lnTo>
                  <a:pt x="564453" y="5751204"/>
                </a:lnTo>
                <a:lnTo>
                  <a:pt x="584694" y="5791802"/>
                </a:lnTo>
                <a:lnTo>
                  <a:pt x="605258" y="5832208"/>
                </a:lnTo>
                <a:lnTo>
                  <a:pt x="626145" y="5872422"/>
                </a:lnTo>
                <a:lnTo>
                  <a:pt x="647353" y="5912441"/>
                </a:lnTo>
                <a:lnTo>
                  <a:pt x="668880" y="5952264"/>
                </a:lnTo>
                <a:lnTo>
                  <a:pt x="690724" y="5991889"/>
                </a:lnTo>
                <a:lnTo>
                  <a:pt x="712884" y="6031314"/>
                </a:lnTo>
                <a:lnTo>
                  <a:pt x="735357" y="6070537"/>
                </a:lnTo>
                <a:lnTo>
                  <a:pt x="758143" y="6109558"/>
                </a:lnTo>
                <a:lnTo>
                  <a:pt x="781239" y="6148373"/>
                </a:lnTo>
                <a:lnTo>
                  <a:pt x="804644" y="6186982"/>
                </a:lnTo>
                <a:lnTo>
                  <a:pt x="828356" y="6225382"/>
                </a:lnTo>
                <a:lnTo>
                  <a:pt x="852374" y="6263573"/>
                </a:lnTo>
                <a:lnTo>
                  <a:pt x="876695" y="6301551"/>
                </a:lnTo>
                <a:lnTo>
                  <a:pt x="901318" y="6339317"/>
                </a:lnTo>
                <a:lnTo>
                  <a:pt x="926242" y="6376867"/>
                </a:lnTo>
                <a:lnTo>
                  <a:pt x="951464" y="6414201"/>
                </a:lnTo>
                <a:lnTo>
                  <a:pt x="976983" y="6451316"/>
                </a:lnTo>
                <a:lnTo>
                  <a:pt x="1002797" y="6488210"/>
                </a:lnTo>
                <a:lnTo>
                  <a:pt x="1028904" y="6524883"/>
                </a:lnTo>
                <a:lnTo>
                  <a:pt x="1055303" y="6561332"/>
                </a:lnTo>
                <a:lnTo>
                  <a:pt x="1081993" y="6597556"/>
                </a:lnTo>
                <a:lnTo>
                  <a:pt x="1108970" y="6633553"/>
                </a:lnTo>
                <a:lnTo>
                  <a:pt x="1117092" y="6644207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182495" y="1685290"/>
            <a:ext cx="92233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Module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Authentication </a:t>
            </a:r>
            <a:r>
              <a:rPr sz="2400" b="1" dirty="0">
                <a:latin typeface="Calibri"/>
                <a:cs typeface="Calibri"/>
              </a:rPr>
              <a:t>&amp;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Handles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logout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functionality.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authentication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username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password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validation. </a:t>
            </a:r>
            <a:r>
              <a:rPr sz="2400" dirty="0">
                <a:latin typeface="Calibri"/>
                <a:cs typeface="Calibri"/>
              </a:rPr>
              <a:t>Manages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profiles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(Student/Admin)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82495" y="3514471"/>
            <a:ext cx="138201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Module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venue,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limit. </a:t>
            </a: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Manages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capacity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availability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82495" y="5343525"/>
            <a:ext cx="99612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Module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Registration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Calibri"/>
                <a:cs typeface="Calibri"/>
              </a:rPr>
              <a:t>Validates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duplicate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Stores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generates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confirmation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messages.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2495" y="7172706"/>
            <a:ext cx="85642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Module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4: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Database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&amp;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Reporting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Maintains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 Generates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event-</a:t>
            </a:r>
            <a:r>
              <a:rPr sz="2400" dirty="0">
                <a:latin typeface="Calibri"/>
                <a:cs typeface="Calibri"/>
              </a:rPr>
              <a:t>wise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admin.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accuracy,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integrity,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retrieval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2070" y="2092833"/>
            <a:ext cx="217804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7170908" y="1996656"/>
            <a:ext cx="1117600" cy="6644640"/>
          </a:xfrm>
          <a:custGeom>
            <a:avLst/>
            <a:gdLst/>
            <a:ahLst/>
            <a:cxnLst/>
            <a:rect l="l" t="t" r="r" b="b"/>
            <a:pathLst>
              <a:path w="1117600" h="6644640">
                <a:moveTo>
                  <a:pt x="1117092" y="0"/>
                </a:moveTo>
                <a:lnTo>
                  <a:pt x="1081993" y="46650"/>
                </a:lnTo>
                <a:lnTo>
                  <a:pt x="1055303" y="82874"/>
                </a:lnTo>
                <a:lnTo>
                  <a:pt x="1028904" y="119323"/>
                </a:lnTo>
                <a:lnTo>
                  <a:pt x="1002797" y="155996"/>
                </a:lnTo>
                <a:lnTo>
                  <a:pt x="976983" y="192891"/>
                </a:lnTo>
                <a:lnTo>
                  <a:pt x="951464" y="230006"/>
                </a:lnTo>
                <a:lnTo>
                  <a:pt x="926242" y="267339"/>
                </a:lnTo>
                <a:lnTo>
                  <a:pt x="901318" y="304890"/>
                </a:lnTo>
                <a:lnTo>
                  <a:pt x="876695" y="342655"/>
                </a:lnTo>
                <a:lnTo>
                  <a:pt x="852374" y="380634"/>
                </a:lnTo>
                <a:lnTo>
                  <a:pt x="828356" y="418824"/>
                </a:lnTo>
                <a:lnTo>
                  <a:pt x="804644" y="457225"/>
                </a:lnTo>
                <a:lnTo>
                  <a:pt x="781239" y="495834"/>
                </a:lnTo>
                <a:lnTo>
                  <a:pt x="758143" y="534649"/>
                </a:lnTo>
                <a:lnTo>
                  <a:pt x="735357" y="573669"/>
                </a:lnTo>
                <a:lnTo>
                  <a:pt x="712884" y="612893"/>
                </a:lnTo>
                <a:lnTo>
                  <a:pt x="690724" y="652318"/>
                </a:lnTo>
                <a:lnTo>
                  <a:pt x="668880" y="691942"/>
                </a:lnTo>
                <a:lnTo>
                  <a:pt x="647353" y="731765"/>
                </a:lnTo>
                <a:lnTo>
                  <a:pt x="626145" y="771784"/>
                </a:lnTo>
                <a:lnTo>
                  <a:pt x="605258" y="811998"/>
                </a:lnTo>
                <a:lnTo>
                  <a:pt x="584694" y="852405"/>
                </a:lnTo>
                <a:lnTo>
                  <a:pt x="564453" y="893003"/>
                </a:lnTo>
                <a:lnTo>
                  <a:pt x="544538" y="933790"/>
                </a:lnTo>
                <a:lnTo>
                  <a:pt x="524951" y="974766"/>
                </a:lnTo>
                <a:lnTo>
                  <a:pt x="505693" y="1015927"/>
                </a:lnTo>
                <a:lnTo>
                  <a:pt x="486766" y="1057273"/>
                </a:lnTo>
                <a:lnTo>
                  <a:pt x="468172" y="1098802"/>
                </a:lnTo>
                <a:lnTo>
                  <a:pt x="449912" y="1140512"/>
                </a:lnTo>
                <a:lnTo>
                  <a:pt x="431988" y="1182401"/>
                </a:lnTo>
                <a:lnTo>
                  <a:pt x="414402" y="1224468"/>
                </a:lnTo>
                <a:lnTo>
                  <a:pt x="397155" y="1266711"/>
                </a:lnTo>
                <a:lnTo>
                  <a:pt x="380249" y="1309128"/>
                </a:lnTo>
                <a:lnTo>
                  <a:pt x="363687" y="1351717"/>
                </a:lnTo>
                <a:lnTo>
                  <a:pt x="347468" y="1394478"/>
                </a:lnTo>
                <a:lnTo>
                  <a:pt x="331596" y="1437407"/>
                </a:lnTo>
                <a:lnTo>
                  <a:pt x="316072" y="1480504"/>
                </a:lnTo>
                <a:lnTo>
                  <a:pt x="300898" y="1523766"/>
                </a:lnTo>
                <a:lnTo>
                  <a:pt x="286075" y="1567193"/>
                </a:lnTo>
                <a:lnTo>
                  <a:pt x="271605" y="1610782"/>
                </a:lnTo>
                <a:lnTo>
                  <a:pt x="257490" y="1654531"/>
                </a:lnTo>
                <a:lnTo>
                  <a:pt x="243732" y="1698440"/>
                </a:lnTo>
                <a:lnTo>
                  <a:pt x="230331" y="1742505"/>
                </a:lnTo>
                <a:lnTo>
                  <a:pt x="217291" y="1786726"/>
                </a:lnTo>
                <a:lnTo>
                  <a:pt x="204612" y="1831101"/>
                </a:lnTo>
                <a:lnTo>
                  <a:pt x="192296" y="1875628"/>
                </a:lnTo>
                <a:lnTo>
                  <a:pt x="180346" y="1920305"/>
                </a:lnTo>
                <a:lnTo>
                  <a:pt x="168762" y="1965131"/>
                </a:lnTo>
                <a:lnTo>
                  <a:pt x="157546" y="2010104"/>
                </a:lnTo>
                <a:lnTo>
                  <a:pt x="146701" y="2055222"/>
                </a:lnTo>
                <a:lnTo>
                  <a:pt x="136227" y="2100484"/>
                </a:lnTo>
                <a:lnTo>
                  <a:pt x="126127" y="2145888"/>
                </a:lnTo>
                <a:lnTo>
                  <a:pt x="116402" y="2191432"/>
                </a:lnTo>
                <a:lnTo>
                  <a:pt x="107054" y="2237114"/>
                </a:lnTo>
                <a:lnTo>
                  <a:pt x="98085" y="2282933"/>
                </a:lnTo>
                <a:lnTo>
                  <a:pt x="89496" y="2328887"/>
                </a:lnTo>
                <a:lnTo>
                  <a:pt x="81289" y="2374975"/>
                </a:lnTo>
                <a:lnTo>
                  <a:pt x="73466" y="2421194"/>
                </a:lnTo>
                <a:lnTo>
                  <a:pt x="66028" y="2467543"/>
                </a:lnTo>
                <a:lnTo>
                  <a:pt x="58977" y="2514020"/>
                </a:lnTo>
                <a:lnTo>
                  <a:pt x="52315" y="2560624"/>
                </a:lnTo>
                <a:lnTo>
                  <a:pt x="46044" y="2607352"/>
                </a:lnTo>
                <a:lnTo>
                  <a:pt x="40165" y="2654204"/>
                </a:lnTo>
                <a:lnTo>
                  <a:pt x="34680" y="2701177"/>
                </a:lnTo>
                <a:lnTo>
                  <a:pt x="29591" y="2748270"/>
                </a:lnTo>
                <a:lnTo>
                  <a:pt x="24899" y="2795481"/>
                </a:lnTo>
                <a:lnTo>
                  <a:pt x="20606" y="2842808"/>
                </a:lnTo>
                <a:lnTo>
                  <a:pt x="16714" y="2890250"/>
                </a:lnTo>
                <a:lnTo>
                  <a:pt x="13224" y="2937805"/>
                </a:lnTo>
                <a:lnTo>
                  <a:pt x="10138" y="2985471"/>
                </a:lnTo>
                <a:lnTo>
                  <a:pt x="7459" y="3033246"/>
                </a:lnTo>
                <a:lnTo>
                  <a:pt x="5187" y="3081130"/>
                </a:lnTo>
                <a:lnTo>
                  <a:pt x="3324" y="3129119"/>
                </a:lnTo>
                <a:lnTo>
                  <a:pt x="1872" y="3177213"/>
                </a:lnTo>
                <a:lnTo>
                  <a:pt x="833" y="3225409"/>
                </a:lnTo>
                <a:lnTo>
                  <a:pt x="208" y="3273707"/>
                </a:lnTo>
                <a:lnTo>
                  <a:pt x="0" y="3322103"/>
                </a:lnTo>
                <a:lnTo>
                  <a:pt x="208" y="3370500"/>
                </a:lnTo>
                <a:lnTo>
                  <a:pt x="833" y="3418797"/>
                </a:lnTo>
                <a:lnTo>
                  <a:pt x="1872" y="3466994"/>
                </a:lnTo>
                <a:lnTo>
                  <a:pt x="3324" y="3515088"/>
                </a:lnTo>
                <a:lnTo>
                  <a:pt x="5187" y="3563077"/>
                </a:lnTo>
                <a:lnTo>
                  <a:pt x="7459" y="3610960"/>
                </a:lnTo>
                <a:lnTo>
                  <a:pt x="10138" y="3658736"/>
                </a:lnTo>
                <a:lnTo>
                  <a:pt x="13224" y="3706402"/>
                </a:lnTo>
                <a:lnTo>
                  <a:pt x="16714" y="3753956"/>
                </a:lnTo>
                <a:lnTo>
                  <a:pt x="20606" y="3801398"/>
                </a:lnTo>
                <a:lnTo>
                  <a:pt x="24899" y="3848725"/>
                </a:lnTo>
                <a:lnTo>
                  <a:pt x="29591" y="3895936"/>
                </a:lnTo>
                <a:lnTo>
                  <a:pt x="34680" y="3943029"/>
                </a:lnTo>
                <a:lnTo>
                  <a:pt x="40165" y="3990002"/>
                </a:lnTo>
                <a:lnTo>
                  <a:pt x="46044" y="4036854"/>
                </a:lnTo>
                <a:lnTo>
                  <a:pt x="52315" y="4083583"/>
                </a:lnTo>
                <a:lnTo>
                  <a:pt x="58977" y="4130187"/>
                </a:lnTo>
                <a:lnTo>
                  <a:pt x="66028" y="4176664"/>
                </a:lnTo>
                <a:lnTo>
                  <a:pt x="73466" y="4223013"/>
                </a:lnTo>
                <a:lnTo>
                  <a:pt x="81289" y="4269232"/>
                </a:lnTo>
                <a:lnTo>
                  <a:pt x="89496" y="4315319"/>
                </a:lnTo>
                <a:lnTo>
                  <a:pt x="98085" y="4361273"/>
                </a:lnTo>
                <a:lnTo>
                  <a:pt x="107054" y="4407092"/>
                </a:lnTo>
                <a:lnTo>
                  <a:pt x="116402" y="4452775"/>
                </a:lnTo>
                <a:lnTo>
                  <a:pt x="126127" y="4498319"/>
                </a:lnTo>
                <a:lnTo>
                  <a:pt x="136227" y="4543722"/>
                </a:lnTo>
                <a:lnTo>
                  <a:pt x="146701" y="4588984"/>
                </a:lnTo>
                <a:lnTo>
                  <a:pt x="157546" y="4634102"/>
                </a:lnTo>
                <a:lnTo>
                  <a:pt x="168762" y="4679075"/>
                </a:lnTo>
                <a:lnTo>
                  <a:pt x="180346" y="4723901"/>
                </a:lnTo>
                <a:lnTo>
                  <a:pt x="192296" y="4768578"/>
                </a:lnTo>
                <a:lnTo>
                  <a:pt x="204612" y="4813105"/>
                </a:lnTo>
                <a:lnTo>
                  <a:pt x="217291" y="4857480"/>
                </a:lnTo>
                <a:lnTo>
                  <a:pt x="230331" y="4901701"/>
                </a:lnTo>
                <a:lnTo>
                  <a:pt x="243732" y="4945767"/>
                </a:lnTo>
                <a:lnTo>
                  <a:pt x="257490" y="4989675"/>
                </a:lnTo>
                <a:lnTo>
                  <a:pt x="271605" y="5033425"/>
                </a:lnTo>
                <a:lnTo>
                  <a:pt x="286075" y="5077014"/>
                </a:lnTo>
                <a:lnTo>
                  <a:pt x="300898" y="5120440"/>
                </a:lnTo>
                <a:lnTo>
                  <a:pt x="316072" y="5163703"/>
                </a:lnTo>
                <a:lnTo>
                  <a:pt x="331596" y="5206799"/>
                </a:lnTo>
                <a:lnTo>
                  <a:pt x="347468" y="5249729"/>
                </a:lnTo>
                <a:lnTo>
                  <a:pt x="363687" y="5292489"/>
                </a:lnTo>
                <a:lnTo>
                  <a:pt x="380249" y="5335079"/>
                </a:lnTo>
                <a:lnTo>
                  <a:pt x="397155" y="5377496"/>
                </a:lnTo>
                <a:lnTo>
                  <a:pt x="414402" y="5419738"/>
                </a:lnTo>
                <a:lnTo>
                  <a:pt x="431988" y="5461805"/>
                </a:lnTo>
                <a:lnTo>
                  <a:pt x="449912" y="5503694"/>
                </a:lnTo>
                <a:lnTo>
                  <a:pt x="468172" y="5545404"/>
                </a:lnTo>
                <a:lnTo>
                  <a:pt x="486766" y="5586933"/>
                </a:lnTo>
                <a:lnTo>
                  <a:pt x="505693" y="5628279"/>
                </a:lnTo>
                <a:lnTo>
                  <a:pt x="524951" y="5669441"/>
                </a:lnTo>
                <a:lnTo>
                  <a:pt x="544538" y="5710416"/>
                </a:lnTo>
                <a:lnTo>
                  <a:pt x="564453" y="5751204"/>
                </a:lnTo>
                <a:lnTo>
                  <a:pt x="584694" y="5791802"/>
                </a:lnTo>
                <a:lnTo>
                  <a:pt x="605258" y="5832208"/>
                </a:lnTo>
                <a:lnTo>
                  <a:pt x="626145" y="5872422"/>
                </a:lnTo>
                <a:lnTo>
                  <a:pt x="647353" y="5912441"/>
                </a:lnTo>
                <a:lnTo>
                  <a:pt x="668880" y="5952264"/>
                </a:lnTo>
                <a:lnTo>
                  <a:pt x="690724" y="5991889"/>
                </a:lnTo>
                <a:lnTo>
                  <a:pt x="712884" y="6031314"/>
                </a:lnTo>
                <a:lnTo>
                  <a:pt x="735357" y="6070537"/>
                </a:lnTo>
                <a:lnTo>
                  <a:pt x="758143" y="6109558"/>
                </a:lnTo>
                <a:lnTo>
                  <a:pt x="781239" y="6148373"/>
                </a:lnTo>
                <a:lnTo>
                  <a:pt x="804644" y="6186982"/>
                </a:lnTo>
                <a:lnTo>
                  <a:pt x="828356" y="6225382"/>
                </a:lnTo>
                <a:lnTo>
                  <a:pt x="852374" y="6263573"/>
                </a:lnTo>
                <a:lnTo>
                  <a:pt x="876695" y="6301551"/>
                </a:lnTo>
                <a:lnTo>
                  <a:pt x="901318" y="6339317"/>
                </a:lnTo>
                <a:lnTo>
                  <a:pt x="926242" y="6376867"/>
                </a:lnTo>
                <a:lnTo>
                  <a:pt x="951464" y="6414201"/>
                </a:lnTo>
                <a:lnTo>
                  <a:pt x="976983" y="6451316"/>
                </a:lnTo>
                <a:lnTo>
                  <a:pt x="1002797" y="6488210"/>
                </a:lnTo>
                <a:lnTo>
                  <a:pt x="1028904" y="6524883"/>
                </a:lnTo>
                <a:lnTo>
                  <a:pt x="1055303" y="6561332"/>
                </a:lnTo>
                <a:lnTo>
                  <a:pt x="1081993" y="6597556"/>
                </a:lnTo>
                <a:lnTo>
                  <a:pt x="1108970" y="6633553"/>
                </a:lnTo>
                <a:lnTo>
                  <a:pt x="1117092" y="6644207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119029-39D3-45B3-3AFA-32147B10B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112" y="1819275"/>
            <a:ext cx="9629775" cy="6648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7562" y="2092833"/>
            <a:ext cx="727075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83EF1B-C5C5-535C-40AC-BD37BE5A6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012" y="1638300"/>
            <a:ext cx="10467975" cy="7600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6706" y="2092833"/>
            <a:ext cx="704850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7170908" y="1996656"/>
            <a:ext cx="1117600" cy="6644640"/>
          </a:xfrm>
          <a:custGeom>
            <a:avLst/>
            <a:gdLst/>
            <a:ahLst/>
            <a:cxnLst/>
            <a:rect l="l" t="t" r="r" b="b"/>
            <a:pathLst>
              <a:path w="1117600" h="6644640">
                <a:moveTo>
                  <a:pt x="1117092" y="0"/>
                </a:moveTo>
                <a:lnTo>
                  <a:pt x="1081993" y="46650"/>
                </a:lnTo>
                <a:lnTo>
                  <a:pt x="1055303" y="82874"/>
                </a:lnTo>
                <a:lnTo>
                  <a:pt x="1028904" y="119323"/>
                </a:lnTo>
                <a:lnTo>
                  <a:pt x="1002797" y="155996"/>
                </a:lnTo>
                <a:lnTo>
                  <a:pt x="976983" y="192891"/>
                </a:lnTo>
                <a:lnTo>
                  <a:pt x="951464" y="230006"/>
                </a:lnTo>
                <a:lnTo>
                  <a:pt x="926242" y="267339"/>
                </a:lnTo>
                <a:lnTo>
                  <a:pt x="901318" y="304890"/>
                </a:lnTo>
                <a:lnTo>
                  <a:pt x="876695" y="342655"/>
                </a:lnTo>
                <a:lnTo>
                  <a:pt x="852374" y="380634"/>
                </a:lnTo>
                <a:lnTo>
                  <a:pt x="828356" y="418824"/>
                </a:lnTo>
                <a:lnTo>
                  <a:pt x="804644" y="457225"/>
                </a:lnTo>
                <a:lnTo>
                  <a:pt x="781239" y="495834"/>
                </a:lnTo>
                <a:lnTo>
                  <a:pt x="758143" y="534649"/>
                </a:lnTo>
                <a:lnTo>
                  <a:pt x="735357" y="573669"/>
                </a:lnTo>
                <a:lnTo>
                  <a:pt x="712884" y="612893"/>
                </a:lnTo>
                <a:lnTo>
                  <a:pt x="690724" y="652318"/>
                </a:lnTo>
                <a:lnTo>
                  <a:pt x="668880" y="691942"/>
                </a:lnTo>
                <a:lnTo>
                  <a:pt x="647353" y="731765"/>
                </a:lnTo>
                <a:lnTo>
                  <a:pt x="626145" y="771784"/>
                </a:lnTo>
                <a:lnTo>
                  <a:pt x="605258" y="811998"/>
                </a:lnTo>
                <a:lnTo>
                  <a:pt x="584694" y="852405"/>
                </a:lnTo>
                <a:lnTo>
                  <a:pt x="564453" y="893003"/>
                </a:lnTo>
                <a:lnTo>
                  <a:pt x="544538" y="933790"/>
                </a:lnTo>
                <a:lnTo>
                  <a:pt x="524951" y="974766"/>
                </a:lnTo>
                <a:lnTo>
                  <a:pt x="505693" y="1015927"/>
                </a:lnTo>
                <a:lnTo>
                  <a:pt x="486766" y="1057273"/>
                </a:lnTo>
                <a:lnTo>
                  <a:pt x="468172" y="1098802"/>
                </a:lnTo>
                <a:lnTo>
                  <a:pt x="449912" y="1140512"/>
                </a:lnTo>
                <a:lnTo>
                  <a:pt x="431988" y="1182401"/>
                </a:lnTo>
                <a:lnTo>
                  <a:pt x="414402" y="1224468"/>
                </a:lnTo>
                <a:lnTo>
                  <a:pt x="397155" y="1266711"/>
                </a:lnTo>
                <a:lnTo>
                  <a:pt x="380249" y="1309128"/>
                </a:lnTo>
                <a:lnTo>
                  <a:pt x="363687" y="1351717"/>
                </a:lnTo>
                <a:lnTo>
                  <a:pt x="347468" y="1394478"/>
                </a:lnTo>
                <a:lnTo>
                  <a:pt x="331596" y="1437407"/>
                </a:lnTo>
                <a:lnTo>
                  <a:pt x="316072" y="1480504"/>
                </a:lnTo>
                <a:lnTo>
                  <a:pt x="300898" y="1523766"/>
                </a:lnTo>
                <a:lnTo>
                  <a:pt x="286075" y="1567193"/>
                </a:lnTo>
                <a:lnTo>
                  <a:pt x="271605" y="1610782"/>
                </a:lnTo>
                <a:lnTo>
                  <a:pt x="257490" y="1654531"/>
                </a:lnTo>
                <a:lnTo>
                  <a:pt x="243732" y="1698440"/>
                </a:lnTo>
                <a:lnTo>
                  <a:pt x="230331" y="1742505"/>
                </a:lnTo>
                <a:lnTo>
                  <a:pt x="217291" y="1786726"/>
                </a:lnTo>
                <a:lnTo>
                  <a:pt x="204612" y="1831101"/>
                </a:lnTo>
                <a:lnTo>
                  <a:pt x="192296" y="1875628"/>
                </a:lnTo>
                <a:lnTo>
                  <a:pt x="180346" y="1920305"/>
                </a:lnTo>
                <a:lnTo>
                  <a:pt x="168762" y="1965131"/>
                </a:lnTo>
                <a:lnTo>
                  <a:pt x="157546" y="2010104"/>
                </a:lnTo>
                <a:lnTo>
                  <a:pt x="146701" y="2055222"/>
                </a:lnTo>
                <a:lnTo>
                  <a:pt x="136227" y="2100484"/>
                </a:lnTo>
                <a:lnTo>
                  <a:pt x="126127" y="2145888"/>
                </a:lnTo>
                <a:lnTo>
                  <a:pt x="116402" y="2191432"/>
                </a:lnTo>
                <a:lnTo>
                  <a:pt x="107054" y="2237114"/>
                </a:lnTo>
                <a:lnTo>
                  <a:pt x="98085" y="2282933"/>
                </a:lnTo>
                <a:lnTo>
                  <a:pt x="89496" y="2328887"/>
                </a:lnTo>
                <a:lnTo>
                  <a:pt x="81289" y="2374975"/>
                </a:lnTo>
                <a:lnTo>
                  <a:pt x="73466" y="2421194"/>
                </a:lnTo>
                <a:lnTo>
                  <a:pt x="66028" y="2467543"/>
                </a:lnTo>
                <a:lnTo>
                  <a:pt x="58977" y="2514020"/>
                </a:lnTo>
                <a:lnTo>
                  <a:pt x="52315" y="2560624"/>
                </a:lnTo>
                <a:lnTo>
                  <a:pt x="46044" y="2607352"/>
                </a:lnTo>
                <a:lnTo>
                  <a:pt x="40165" y="2654204"/>
                </a:lnTo>
                <a:lnTo>
                  <a:pt x="34680" y="2701177"/>
                </a:lnTo>
                <a:lnTo>
                  <a:pt x="29591" y="2748270"/>
                </a:lnTo>
                <a:lnTo>
                  <a:pt x="24899" y="2795481"/>
                </a:lnTo>
                <a:lnTo>
                  <a:pt x="20606" y="2842808"/>
                </a:lnTo>
                <a:lnTo>
                  <a:pt x="16714" y="2890250"/>
                </a:lnTo>
                <a:lnTo>
                  <a:pt x="13224" y="2937805"/>
                </a:lnTo>
                <a:lnTo>
                  <a:pt x="10138" y="2985471"/>
                </a:lnTo>
                <a:lnTo>
                  <a:pt x="7459" y="3033246"/>
                </a:lnTo>
                <a:lnTo>
                  <a:pt x="5187" y="3081130"/>
                </a:lnTo>
                <a:lnTo>
                  <a:pt x="3324" y="3129119"/>
                </a:lnTo>
                <a:lnTo>
                  <a:pt x="1872" y="3177213"/>
                </a:lnTo>
                <a:lnTo>
                  <a:pt x="833" y="3225409"/>
                </a:lnTo>
                <a:lnTo>
                  <a:pt x="208" y="3273707"/>
                </a:lnTo>
                <a:lnTo>
                  <a:pt x="0" y="3322103"/>
                </a:lnTo>
                <a:lnTo>
                  <a:pt x="208" y="3370500"/>
                </a:lnTo>
                <a:lnTo>
                  <a:pt x="833" y="3418797"/>
                </a:lnTo>
                <a:lnTo>
                  <a:pt x="1872" y="3466994"/>
                </a:lnTo>
                <a:lnTo>
                  <a:pt x="3324" y="3515088"/>
                </a:lnTo>
                <a:lnTo>
                  <a:pt x="5187" y="3563077"/>
                </a:lnTo>
                <a:lnTo>
                  <a:pt x="7459" y="3610960"/>
                </a:lnTo>
                <a:lnTo>
                  <a:pt x="10138" y="3658736"/>
                </a:lnTo>
                <a:lnTo>
                  <a:pt x="13224" y="3706402"/>
                </a:lnTo>
                <a:lnTo>
                  <a:pt x="16714" y="3753956"/>
                </a:lnTo>
                <a:lnTo>
                  <a:pt x="20606" y="3801398"/>
                </a:lnTo>
                <a:lnTo>
                  <a:pt x="24899" y="3848725"/>
                </a:lnTo>
                <a:lnTo>
                  <a:pt x="29591" y="3895936"/>
                </a:lnTo>
                <a:lnTo>
                  <a:pt x="34680" y="3943029"/>
                </a:lnTo>
                <a:lnTo>
                  <a:pt x="40165" y="3990002"/>
                </a:lnTo>
                <a:lnTo>
                  <a:pt x="46044" y="4036854"/>
                </a:lnTo>
                <a:lnTo>
                  <a:pt x="52315" y="4083583"/>
                </a:lnTo>
                <a:lnTo>
                  <a:pt x="58977" y="4130187"/>
                </a:lnTo>
                <a:lnTo>
                  <a:pt x="66028" y="4176664"/>
                </a:lnTo>
                <a:lnTo>
                  <a:pt x="73466" y="4223013"/>
                </a:lnTo>
                <a:lnTo>
                  <a:pt x="81289" y="4269232"/>
                </a:lnTo>
                <a:lnTo>
                  <a:pt x="89496" y="4315319"/>
                </a:lnTo>
                <a:lnTo>
                  <a:pt x="98085" y="4361273"/>
                </a:lnTo>
                <a:lnTo>
                  <a:pt x="107054" y="4407092"/>
                </a:lnTo>
                <a:lnTo>
                  <a:pt x="116402" y="4452775"/>
                </a:lnTo>
                <a:lnTo>
                  <a:pt x="126127" y="4498319"/>
                </a:lnTo>
                <a:lnTo>
                  <a:pt x="136227" y="4543722"/>
                </a:lnTo>
                <a:lnTo>
                  <a:pt x="146701" y="4588984"/>
                </a:lnTo>
                <a:lnTo>
                  <a:pt x="157546" y="4634102"/>
                </a:lnTo>
                <a:lnTo>
                  <a:pt x="168762" y="4679075"/>
                </a:lnTo>
                <a:lnTo>
                  <a:pt x="180346" y="4723901"/>
                </a:lnTo>
                <a:lnTo>
                  <a:pt x="192296" y="4768578"/>
                </a:lnTo>
                <a:lnTo>
                  <a:pt x="204612" y="4813105"/>
                </a:lnTo>
                <a:lnTo>
                  <a:pt x="217291" y="4857480"/>
                </a:lnTo>
                <a:lnTo>
                  <a:pt x="230331" y="4901701"/>
                </a:lnTo>
                <a:lnTo>
                  <a:pt x="243732" y="4945767"/>
                </a:lnTo>
                <a:lnTo>
                  <a:pt x="257490" y="4989675"/>
                </a:lnTo>
                <a:lnTo>
                  <a:pt x="271605" y="5033425"/>
                </a:lnTo>
                <a:lnTo>
                  <a:pt x="286075" y="5077014"/>
                </a:lnTo>
                <a:lnTo>
                  <a:pt x="300898" y="5120440"/>
                </a:lnTo>
                <a:lnTo>
                  <a:pt x="316072" y="5163703"/>
                </a:lnTo>
                <a:lnTo>
                  <a:pt x="331596" y="5206799"/>
                </a:lnTo>
                <a:lnTo>
                  <a:pt x="347468" y="5249729"/>
                </a:lnTo>
                <a:lnTo>
                  <a:pt x="363687" y="5292489"/>
                </a:lnTo>
                <a:lnTo>
                  <a:pt x="380249" y="5335079"/>
                </a:lnTo>
                <a:lnTo>
                  <a:pt x="397155" y="5377496"/>
                </a:lnTo>
                <a:lnTo>
                  <a:pt x="414402" y="5419738"/>
                </a:lnTo>
                <a:lnTo>
                  <a:pt x="431988" y="5461805"/>
                </a:lnTo>
                <a:lnTo>
                  <a:pt x="449912" y="5503694"/>
                </a:lnTo>
                <a:lnTo>
                  <a:pt x="468172" y="5545404"/>
                </a:lnTo>
                <a:lnTo>
                  <a:pt x="486766" y="5586933"/>
                </a:lnTo>
                <a:lnTo>
                  <a:pt x="505693" y="5628279"/>
                </a:lnTo>
                <a:lnTo>
                  <a:pt x="524951" y="5669441"/>
                </a:lnTo>
                <a:lnTo>
                  <a:pt x="544538" y="5710416"/>
                </a:lnTo>
                <a:lnTo>
                  <a:pt x="564453" y="5751204"/>
                </a:lnTo>
                <a:lnTo>
                  <a:pt x="584694" y="5791802"/>
                </a:lnTo>
                <a:lnTo>
                  <a:pt x="605258" y="5832208"/>
                </a:lnTo>
                <a:lnTo>
                  <a:pt x="626145" y="5872422"/>
                </a:lnTo>
                <a:lnTo>
                  <a:pt x="647353" y="5912441"/>
                </a:lnTo>
                <a:lnTo>
                  <a:pt x="668880" y="5952264"/>
                </a:lnTo>
                <a:lnTo>
                  <a:pt x="690724" y="5991889"/>
                </a:lnTo>
                <a:lnTo>
                  <a:pt x="712884" y="6031314"/>
                </a:lnTo>
                <a:lnTo>
                  <a:pt x="735357" y="6070537"/>
                </a:lnTo>
                <a:lnTo>
                  <a:pt x="758143" y="6109558"/>
                </a:lnTo>
                <a:lnTo>
                  <a:pt x="781239" y="6148373"/>
                </a:lnTo>
                <a:lnTo>
                  <a:pt x="804644" y="6186982"/>
                </a:lnTo>
                <a:lnTo>
                  <a:pt x="828356" y="6225382"/>
                </a:lnTo>
                <a:lnTo>
                  <a:pt x="852374" y="6263573"/>
                </a:lnTo>
                <a:lnTo>
                  <a:pt x="876695" y="6301551"/>
                </a:lnTo>
                <a:lnTo>
                  <a:pt x="901318" y="6339317"/>
                </a:lnTo>
                <a:lnTo>
                  <a:pt x="926242" y="6376867"/>
                </a:lnTo>
                <a:lnTo>
                  <a:pt x="951464" y="6414201"/>
                </a:lnTo>
                <a:lnTo>
                  <a:pt x="976983" y="6451316"/>
                </a:lnTo>
                <a:lnTo>
                  <a:pt x="1002797" y="6488210"/>
                </a:lnTo>
                <a:lnTo>
                  <a:pt x="1028904" y="6524883"/>
                </a:lnTo>
                <a:lnTo>
                  <a:pt x="1055303" y="6561332"/>
                </a:lnTo>
                <a:lnTo>
                  <a:pt x="1081993" y="6597556"/>
                </a:lnTo>
                <a:lnTo>
                  <a:pt x="1108970" y="6633553"/>
                </a:lnTo>
                <a:lnTo>
                  <a:pt x="1117092" y="6644207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45181D-E815-F7CE-3BAC-34401C6BB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1790699"/>
            <a:ext cx="11334750" cy="7324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3658" y="2092833"/>
            <a:ext cx="711835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7170908" y="1996656"/>
            <a:ext cx="1117600" cy="6644640"/>
          </a:xfrm>
          <a:custGeom>
            <a:avLst/>
            <a:gdLst/>
            <a:ahLst/>
            <a:cxnLst/>
            <a:rect l="l" t="t" r="r" b="b"/>
            <a:pathLst>
              <a:path w="1117600" h="6644640">
                <a:moveTo>
                  <a:pt x="1117092" y="0"/>
                </a:moveTo>
                <a:lnTo>
                  <a:pt x="1081993" y="46650"/>
                </a:lnTo>
                <a:lnTo>
                  <a:pt x="1055303" y="82874"/>
                </a:lnTo>
                <a:lnTo>
                  <a:pt x="1028904" y="119323"/>
                </a:lnTo>
                <a:lnTo>
                  <a:pt x="1002797" y="155996"/>
                </a:lnTo>
                <a:lnTo>
                  <a:pt x="976983" y="192891"/>
                </a:lnTo>
                <a:lnTo>
                  <a:pt x="951464" y="230006"/>
                </a:lnTo>
                <a:lnTo>
                  <a:pt x="926242" y="267339"/>
                </a:lnTo>
                <a:lnTo>
                  <a:pt x="901318" y="304890"/>
                </a:lnTo>
                <a:lnTo>
                  <a:pt x="876695" y="342655"/>
                </a:lnTo>
                <a:lnTo>
                  <a:pt x="852374" y="380634"/>
                </a:lnTo>
                <a:lnTo>
                  <a:pt x="828356" y="418824"/>
                </a:lnTo>
                <a:lnTo>
                  <a:pt x="804644" y="457225"/>
                </a:lnTo>
                <a:lnTo>
                  <a:pt x="781239" y="495834"/>
                </a:lnTo>
                <a:lnTo>
                  <a:pt x="758143" y="534649"/>
                </a:lnTo>
                <a:lnTo>
                  <a:pt x="735357" y="573669"/>
                </a:lnTo>
                <a:lnTo>
                  <a:pt x="712884" y="612893"/>
                </a:lnTo>
                <a:lnTo>
                  <a:pt x="690724" y="652318"/>
                </a:lnTo>
                <a:lnTo>
                  <a:pt x="668880" y="691942"/>
                </a:lnTo>
                <a:lnTo>
                  <a:pt x="647353" y="731765"/>
                </a:lnTo>
                <a:lnTo>
                  <a:pt x="626145" y="771784"/>
                </a:lnTo>
                <a:lnTo>
                  <a:pt x="605258" y="811998"/>
                </a:lnTo>
                <a:lnTo>
                  <a:pt x="584694" y="852405"/>
                </a:lnTo>
                <a:lnTo>
                  <a:pt x="564453" y="893003"/>
                </a:lnTo>
                <a:lnTo>
                  <a:pt x="544538" y="933790"/>
                </a:lnTo>
                <a:lnTo>
                  <a:pt x="524951" y="974766"/>
                </a:lnTo>
                <a:lnTo>
                  <a:pt x="505693" y="1015927"/>
                </a:lnTo>
                <a:lnTo>
                  <a:pt x="486766" y="1057273"/>
                </a:lnTo>
                <a:lnTo>
                  <a:pt x="468172" y="1098802"/>
                </a:lnTo>
                <a:lnTo>
                  <a:pt x="449912" y="1140512"/>
                </a:lnTo>
                <a:lnTo>
                  <a:pt x="431988" y="1182401"/>
                </a:lnTo>
                <a:lnTo>
                  <a:pt x="414402" y="1224468"/>
                </a:lnTo>
                <a:lnTo>
                  <a:pt x="397155" y="1266711"/>
                </a:lnTo>
                <a:lnTo>
                  <a:pt x="380249" y="1309128"/>
                </a:lnTo>
                <a:lnTo>
                  <a:pt x="363687" y="1351717"/>
                </a:lnTo>
                <a:lnTo>
                  <a:pt x="347468" y="1394478"/>
                </a:lnTo>
                <a:lnTo>
                  <a:pt x="331596" y="1437407"/>
                </a:lnTo>
                <a:lnTo>
                  <a:pt x="316072" y="1480504"/>
                </a:lnTo>
                <a:lnTo>
                  <a:pt x="300898" y="1523766"/>
                </a:lnTo>
                <a:lnTo>
                  <a:pt x="286075" y="1567193"/>
                </a:lnTo>
                <a:lnTo>
                  <a:pt x="271605" y="1610782"/>
                </a:lnTo>
                <a:lnTo>
                  <a:pt x="257490" y="1654531"/>
                </a:lnTo>
                <a:lnTo>
                  <a:pt x="243732" y="1698440"/>
                </a:lnTo>
                <a:lnTo>
                  <a:pt x="230331" y="1742505"/>
                </a:lnTo>
                <a:lnTo>
                  <a:pt x="217291" y="1786726"/>
                </a:lnTo>
                <a:lnTo>
                  <a:pt x="204612" y="1831101"/>
                </a:lnTo>
                <a:lnTo>
                  <a:pt x="192296" y="1875628"/>
                </a:lnTo>
                <a:lnTo>
                  <a:pt x="180346" y="1920305"/>
                </a:lnTo>
                <a:lnTo>
                  <a:pt x="168762" y="1965131"/>
                </a:lnTo>
                <a:lnTo>
                  <a:pt x="157546" y="2010104"/>
                </a:lnTo>
                <a:lnTo>
                  <a:pt x="146701" y="2055222"/>
                </a:lnTo>
                <a:lnTo>
                  <a:pt x="136227" y="2100484"/>
                </a:lnTo>
                <a:lnTo>
                  <a:pt x="126127" y="2145888"/>
                </a:lnTo>
                <a:lnTo>
                  <a:pt x="116402" y="2191432"/>
                </a:lnTo>
                <a:lnTo>
                  <a:pt x="107054" y="2237114"/>
                </a:lnTo>
                <a:lnTo>
                  <a:pt x="98085" y="2282933"/>
                </a:lnTo>
                <a:lnTo>
                  <a:pt x="89496" y="2328887"/>
                </a:lnTo>
                <a:lnTo>
                  <a:pt x="81289" y="2374975"/>
                </a:lnTo>
                <a:lnTo>
                  <a:pt x="73466" y="2421194"/>
                </a:lnTo>
                <a:lnTo>
                  <a:pt x="66028" y="2467543"/>
                </a:lnTo>
                <a:lnTo>
                  <a:pt x="58977" y="2514020"/>
                </a:lnTo>
                <a:lnTo>
                  <a:pt x="52315" y="2560624"/>
                </a:lnTo>
                <a:lnTo>
                  <a:pt x="46044" y="2607352"/>
                </a:lnTo>
                <a:lnTo>
                  <a:pt x="40165" y="2654204"/>
                </a:lnTo>
                <a:lnTo>
                  <a:pt x="34680" y="2701177"/>
                </a:lnTo>
                <a:lnTo>
                  <a:pt x="29591" y="2748270"/>
                </a:lnTo>
                <a:lnTo>
                  <a:pt x="24899" y="2795481"/>
                </a:lnTo>
                <a:lnTo>
                  <a:pt x="20606" y="2842808"/>
                </a:lnTo>
                <a:lnTo>
                  <a:pt x="16714" y="2890250"/>
                </a:lnTo>
                <a:lnTo>
                  <a:pt x="13224" y="2937805"/>
                </a:lnTo>
                <a:lnTo>
                  <a:pt x="10138" y="2985471"/>
                </a:lnTo>
                <a:lnTo>
                  <a:pt x="7459" y="3033246"/>
                </a:lnTo>
                <a:lnTo>
                  <a:pt x="5187" y="3081130"/>
                </a:lnTo>
                <a:lnTo>
                  <a:pt x="3324" y="3129119"/>
                </a:lnTo>
                <a:lnTo>
                  <a:pt x="1872" y="3177213"/>
                </a:lnTo>
                <a:lnTo>
                  <a:pt x="833" y="3225409"/>
                </a:lnTo>
                <a:lnTo>
                  <a:pt x="208" y="3273707"/>
                </a:lnTo>
                <a:lnTo>
                  <a:pt x="0" y="3322103"/>
                </a:lnTo>
                <a:lnTo>
                  <a:pt x="208" y="3370500"/>
                </a:lnTo>
                <a:lnTo>
                  <a:pt x="833" y="3418797"/>
                </a:lnTo>
                <a:lnTo>
                  <a:pt x="1872" y="3466994"/>
                </a:lnTo>
                <a:lnTo>
                  <a:pt x="3324" y="3515088"/>
                </a:lnTo>
                <a:lnTo>
                  <a:pt x="5187" y="3563077"/>
                </a:lnTo>
                <a:lnTo>
                  <a:pt x="7459" y="3610960"/>
                </a:lnTo>
                <a:lnTo>
                  <a:pt x="10138" y="3658736"/>
                </a:lnTo>
                <a:lnTo>
                  <a:pt x="13224" y="3706402"/>
                </a:lnTo>
                <a:lnTo>
                  <a:pt x="16714" y="3753956"/>
                </a:lnTo>
                <a:lnTo>
                  <a:pt x="20606" y="3801398"/>
                </a:lnTo>
                <a:lnTo>
                  <a:pt x="24899" y="3848725"/>
                </a:lnTo>
                <a:lnTo>
                  <a:pt x="29591" y="3895936"/>
                </a:lnTo>
                <a:lnTo>
                  <a:pt x="34680" y="3943029"/>
                </a:lnTo>
                <a:lnTo>
                  <a:pt x="40165" y="3990002"/>
                </a:lnTo>
                <a:lnTo>
                  <a:pt x="46044" y="4036854"/>
                </a:lnTo>
                <a:lnTo>
                  <a:pt x="52315" y="4083583"/>
                </a:lnTo>
                <a:lnTo>
                  <a:pt x="58977" y="4130187"/>
                </a:lnTo>
                <a:lnTo>
                  <a:pt x="66028" y="4176664"/>
                </a:lnTo>
                <a:lnTo>
                  <a:pt x="73466" y="4223013"/>
                </a:lnTo>
                <a:lnTo>
                  <a:pt x="81289" y="4269232"/>
                </a:lnTo>
                <a:lnTo>
                  <a:pt x="89496" y="4315319"/>
                </a:lnTo>
                <a:lnTo>
                  <a:pt x="98085" y="4361273"/>
                </a:lnTo>
                <a:lnTo>
                  <a:pt x="107054" y="4407092"/>
                </a:lnTo>
                <a:lnTo>
                  <a:pt x="116402" y="4452775"/>
                </a:lnTo>
                <a:lnTo>
                  <a:pt x="126127" y="4498319"/>
                </a:lnTo>
                <a:lnTo>
                  <a:pt x="136227" y="4543722"/>
                </a:lnTo>
                <a:lnTo>
                  <a:pt x="146701" y="4588984"/>
                </a:lnTo>
                <a:lnTo>
                  <a:pt x="157546" y="4634102"/>
                </a:lnTo>
                <a:lnTo>
                  <a:pt x="168762" y="4679075"/>
                </a:lnTo>
                <a:lnTo>
                  <a:pt x="180346" y="4723901"/>
                </a:lnTo>
                <a:lnTo>
                  <a:pt x="192296" y="4768578"/>
                </a:lnTo>
                <a:lnTo>
                  <a:pt x="204612" y="4813105"/>
                </a:lnTo>
                <a:lnTo>
                  <a:pt x="217291" y="4857480"/>
                </a:lnTo>
                <a:lnTo>
                  <a:pt x="230331" y="4901701"/>
                </a:lnTo>
                <a:lnTo>
                  <a:pt x="243732" y="4945767"/>
                </a:lnTo>
                <a:lnTo>
                  <a:pt x="257490" y="4989675"/>
                </a:lnTo>
                <a:lnTo>
                  <a:pt x="271605" y="5033425"/>
                </a:lnTo>
                <a:lnTo>
                  <a:pt x="286075" y="5077014"/>
                </a:lnTo>
                <a:lnTo>
                  <a:pt x="300898" y="5120440"/>
                </a:lnTo>
                <a:lnTo>
                  <a:pt x="316072" y="5163703"/>
                </a:lnTo>
                <a:lnTo>
                  <a:pt x="331596" y="5206799"/>
                </a:lnTo>
                <a:lnTo>
                  <a:pt x="347468" y="5249729"/>
                </a:lnTo>
                <a:lnTo>
                  <a:pt x="363687" y="5292489"/>
                </a:lnTo>
                <a:lnTo>
                  <a:pt x="380249" y="5335079"/>
                </a:lnTo>
                <a:lnTo>
                  <a:pt x="397155" y="5377496"/>
                </a:lnTo>
                <a:lnTo>
                  <a:pt x="414402" y="5419738"/>
                </a:lnTo>
                <a:lnTo>
                  <a:pt x="431988" y="5461805"/>
                </a:lnTo>
                <a:lnTo>
                  <a:pt x="449912" y="5503694"/>
                </a:lnTo>
                <a:lnTo>
                  <a:pt x="468172" y="5545404"/>
                </a:lnTo>
                <a:lnTo>
                  <a:pt x="486766" y="5586933"/>
                </a:lnTo>
                <a:lnTo>
                  <a:pt x="505693" y="5628279"/>
                </a:lnTo>
                <a:lnTo>
                  <a:pt x="524951" y="5669441"/>
                </a:lnTo>
                <a:lnTo>
                  <a:pt x="544538" y="5710416"/>
                </a:lnTo>
                <a:lnTo>
                  <a:pt x="564453" y="5751204"/>
                </a:lnTo>
                <a:lnTo>
                  <a:pt x="584694" y="5791802"/>
                </a:lnTo>
                <a:lnTo>
                  <a:pt x="605258" y="5832208"/>
                </a:lnTo>
                <a:lnTo>
                  <a:pt x="626145" y="5872422"/>
                </a:lnTo>
                <a:lnTo>
                  <a:pt x="647353" y="5912441"/>
                </a:lnTo>
                <a:lnTo>
                  <a:pt x="668880" y="5952264"/>
                </a:lnTo>
                <a:lnTo>
                  <a:pt x="690724" y="5991889"/>
                </a:lnTo>
                <a:lnTo>
                  <a:pt x="712884" y="6031314"/>
                </a:lnTo>
                <a:lnTo>
                  <a:pt x="735357" y="6070537"/>
                </a:lnTo>
                <a:lnTo>
                  <a:pt x="758143" y="6109558"/>
                </a:lnTo>
                <a:lnTo>
                  <a:pt x="781239" y="6148373"/>
                </a:lnTo>
                <a:lnTo>
                  <a:pt x="804644" y="6186982"/>
                </a:lnTo>
                <a:lnTo>
                  <a:pt x="828356" y="6225382"/>
                </a:lnTo>
                <a:lnTo>
                  <a:pt x="852374" y="6263573"/>
                </a:lnTo>
                <a:lnTo>
                  <a:pt x="876695" y="6301551"/>
                </a:lnTo>
                <a:lnTo>
                  <a:pt x="901318" y="6339317"/>
                </a:lnTo>
                <a:lnTo>
                  <a:pt x="926242" y="6376867"/>
                </a:lnTo>
                <a:lnTo>
                  <a:pt x="951464" y="6414201"/>
                </a:lnTo>
                <a:lnTo>
                  <a:pt x="976983" y="6451316"/>
                </a:lnTo>
                <a:lnTo>
                  <a:pt x="1002797" y="6488210"/>
                </a:lnTo>
                <a:lnTo>
                  <a:pt x="1028904" y="6524883"/>
                </a:lnTo>
                <a:lnTo>
                  <a:pt x="1055303" y="6561332"/>
                </a:lnTo>
                <a:lnTo>
                  <a:pt x="1081993" y="6597556"/>
                </a:lnTo>
                <a:lnTo>
                  <a:pt x="1108970" y="6633553"/>
                </a:lnTo>
                <a:lnTo>
                  <a:pt x="1117092" y="6644207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0EF62E-8AB6-A9D1-E840-FF1E3594A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595" y="1714500"/>
            <a:ext cx="14211300" cy="8244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6696" y="18653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7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7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9184" y="1976120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1028700"/>
            <a:ext cx="2284730" cy="8199120"/>
            <a:chOff x="16312895" y="1028700"/>
            <a:chExt cx="2284730" cy="81991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5" y="1028700"/>
              <a:ext cx="946403" cy="23622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786859" y="1368596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0"/>
                  </a:moveTo>
                  <a:lnTo>
                    <a:pt x="1454574" y="49820"/>
                  </a:lnTo>
                  <a:lnTo>
                    <a:pt x="1424269" y="82960"/>
                  </a:lnTo>
                  <a:lnTo>
                    <a:pt x="1394232" y="116347"/>
                  </a:lnTo>
                  <a:lnTo>
                    <a:pt x="1364464" y="149980"/>
                  </a:lnTo>
                  <a:lnTo>
                    <a:pt x="1334968" y="183857"/>
                  </a:lnTo>
                  <a:lnTo>
                    <a:pt x="1305745" y="217976"/>
                  </a:lnTo>
                  <a:lnTo>
                    <a:pt x="1276796" y="252336"/>
                  </a:lnTo>
                  <a:lnTo>
                    <a:pt x="1248124" y="286935"/>
                  </a:lnTo>
                  <a:lnTo>
                    <a:pt x="1219731" y="321771"/>
                  </a:lnTo>
                  <a:lnTo>
                    <a:pt x="1191617" y="356842"/>
                  </a:lnTo>
                  <a:lnTo>
                    <a:pt x="1163784" y="392148"/>
                  </a:lnTo>
                  <a:lnTo>
                    <a:pt x="1136235" y="427686"/>
                  </a:lnTo>
                  <a:lnTo>
                    <a:pt x="1108970" y="463454"/>
                  </a:lnTo>
                  <a:lnTo>
                    <a:pt x="1081993" y="499450"/>
                  </a:lnTo>
                  <a:lnTo>
                    <a:pt x="1055303" y="535674"/>
                  </a:lnTo>
                  <a:lnTo>
                    <a:pt x="1028904" y="572124"/>
                  </a:lnTo>
                  <a:lnTo>
                    <a:pt x="1002797" y="608796"/>
                  </a:lnTo>
                  <a:lnTo>
                    <a:pt x="976983" y="645691"/>
                  </a:lnTo>
                  <a:lnTo>
                    <a:pt x="951464" y="682806"/>
                  </a:lnTo>
                  <a:lnTo>
                    <a:pt x="926242" y="720139"/>
                  </a:lnTo>
                  <a:lnTo>
                    <a:pt x="901318" y="757690"/>
                  </a:lnTo>
                  <a:lnTo>
                    <a:pt x="876695" y="795455"/>
                  </a:lnTo>
                  <a:lnTo>
                    <a:pt x="852374" y="833434"/>
                  </a:lnTo>
                  <a:lnTo>
                    <a:pt x="828356" y="871624"/>
                  </a:lnTo>
                  <a:lnTo>
                    <a:pt x="804644" y="910025"/>
                  </a:lnTo>
                  <a:lnTo>
                    <a:pt x="781239" y="948634"/>
                  </a:lnTo>
                  <a:lnTo>
                    <a:pt x="758143" y="987449"/>
                  </a:lnTo>
                  <a:lnTo>
                    <a:pt x="735357" y="1026469"/>
                  </a:lnTo>
                  <a:lnTo>
                    <a:pt x="712884" y="1065693"/>
                  </a:lnTo>
                  <a:lnTo>
                    <a:pt x="690724" y="1105118"/>
                  </a:lnTo>
                  <a:lnTo>
                    <a:pt x="668880" y="1144742"/>
                  </a:lnTo>
                  <a:lnTo>
                    <a:pt x="647353" y="1184565"/>
                  </a:lnTo>
                  <a:lnTo>
                    <a:pt x="626145" y="1224584"/>
                  </a:lnTo>
                  <a:lnTo>
                    <a:pt x="605258" y="1264798"/>
                  </a:lnTo>
                  <a:lnTo>
                    <a:pt x="584694" y="1305205"/>
                  </a:lnTo>
                  <a:lnTo>
                    <a:pt x="564453" y="1345803"/>
                  </a:lnTo>
                  <a:lnTo>
                    <a:pt x="544538" y="1386591"/>
                  </a:lnTo>
                  <a:lnTo>
                    <a:pt x="524951" y="1427566"/>
                  </a:lnTo>
                  <a:lnTo>
                    <a:pt x="505693" y="1468728"/>
                  </a:lnTo>
                  <a:lnTo>
                    <a:pt x="486766" y="1510074"/>
                  </a:lnTo>
                  <a:lnTo>
                    <a:pt x="468172" y="1551602"/>
                  </a:lnTo>
                  <a:lnTo>
                    <a:pt x="449912" y="1593312"/>
                  </a:lnTo>
                  <a:lnTo>
                    <a:pt x="431988" y="1635201"/>
                  </a:lnTo>
                  <a:lnTo>
                    <a:pt x="414402" y="1677268"/>
                  </a:lnTo>
                  <a:lnTo>
                    <a:pt x="397155" y="1719511"/>
                  </a:lnTo>
                  <a:lnTo>
                    <a:pt x="380249" y="1761928"/>
                  </a:lnTo>
                  <a:lnTo>
                    <a:pt x="363687" y="1804517"/>
                  </a:lnTo>
                  <a:lnTo>
                    <a:pt x="347468" y="1847278"/>
                  </a:lnTo>
                  <a:lnTo>
                    <a:pt x="331596" y="1890207"/>
                  </a:lnTo>
                  <a:lnTo>
                    <a:pt x="316072" y="1933304"/>
                  </a:lnTo>
                  <a:lnTo>
                    <a:pt x="300898" y="1976567"/>
                  </a:lnTo>
                  <a:lnTo>
                    <a:pt x="286075" y="2019993"/>
                  </a:lnTo>
                  <a:lnTo>
                    <a:pt x="271605" y="2063582"/>
                  </a:lnTo>
                  <a:lnTo>
                    <a:pt x="257490" y="2107331"/>
                  </a:lnTo>
                  <a:lnTo>
                    <a:pt x="243732" y="2151240"/>
                  </a:lnTo>
                  <a:lnTo>
                    <a:pt x="230331" y="2195305"/>
                  </a:lnTo>
                  <a:lnTo>
                    <a:pt x="217291" y="2239526"/>
                  </a:lnTo>
                  <a:lnTo>
                    <a:pt x="204612" y="2283901"/>
                  </a:lnTo>
                  <a:lnTo>
                    <a:pt x="192296" y="2328428"/>
                  </a:lnTo>
                  <a:lnTo>
                    <a:pt x="180346" y="2373105"/>
                  </a:lnTo>
                  <a:lnTo>
                    <a:pt x="168762" y="2417931"/>
                  </a:lnTo>
                  <a:lnTo>
                    <a:pt x="157546" y="2462904"/>
                  </a:lnTo>
                  <a:lnTo>
                    <a:pt x="146701" y="2508023"/>
                  </a:lnTo>
                  <a:lnTo>
                    <a:pt x="136227" y="2553284"/>
                  </a:lnTo>
                  <a:lnTo>
                    <a:pt x="126127" y="2598688"/>
                  </a:lnTo>
                  <a:lnTo>
                    <a:pt x="116402" y="2644232"/>
                  </a:lnTo>
                  <a:lnTo>
                    <a:pt x="107054" y="2689914"/>
                  </a:lnTo>
                  <a:lnTo>
                    <a:pt x="98085" y="2735733"/>
                  </a:lnTo>
                  <a:lnTo>
                    <a:pt x="89496" y="2781687"/>
                  </a:lnTo>
                  <a:lnTo>
                    <a:pt x="81289" y="2827775"/>
                  </a:lnTo>
                  <a:lnTo>
                    <a:pt x="73466" y="2873994"/>
                  </a:lnTo>
                  <a:lnTo>
                    <a:pt x="66028" y="2920343"/>
                  </a:lnTo>
                  <a:lnTo>
                    <a:pt x="58977" y="2966820"/>
                  </a:lnTo>
                  <a:lnTo>
                    <a:pt x="52315" y="3013424"/>
                  </a:lnTo>
                  <a:lnTo>
                    <a:pt x="46044" y="3060152"/>
                  </a:lnTo>
                  <a:lnTo>
                    <a:pt x="40165" y="3107004"/>
                  </a:lnTo>
                  <a:lnTo>
                    <a:pt x="34680" y="3153977"/>
                  </a:lnTo>
                  <a:lnTo>
                    <a:pt x="29591" y="3201070"/>
                  </a:lnTo>
                  <a:lnTo>
                    <a:pt x="24899" y="3248281"/>
                  </a:lnTo>
                  <a:lnTo>
                    <a:pt x="20606" y="3295608"/>
                  </a:lnTo>
                  <a:lnTo>
                    <a:pt x="16714" y="3343050"/>
                  </a:lnTo>
                  <a:lnTo>
                    <a:pt x="13224" y="3390605"/>
                  </a:lnTo>
                  <a:lnTo>
                    <a:pt x="10138" y="3438271"/>
                  </a:lnTo>
                  <a:lnTo>
                    <a:pt x="7459" y="3486046"/>
                  </a:lnTo>
                  <a:lnTo>
                    <a:pt x="5187" y="3533930"/>
                  </a:lnTo>
                  <a:lnTo>
                    <a:pt x="3324" y="3581919"/>
                  </a:lnTo>
                  <a:lnTo>
                    <a:pt x="1872" y="3630013"/>
                  </a:lnTo>
                  <a:lnTo>
                    <a:pt x="833" y="3678209"/>
                  </a:lnTo>
                  <a:lnTo>
                    <a:pt x="208" y="3726507"/>
                  </a:lnTo>
                  <a:lnTo>
                    <a:pt x="0" y="3774903"/>
                  </a:lnTo>
                  <a:lnTo>
                    <a:pt x="208" y="3823300"/>
                  </a:lnTo>
                  <a:lnTo>
                    <a:pt x="833" y="3871597"/>
                  </a:lnTo>
                  <a:lnTo>
                    <a:pt x="1872" y="3919794"/>
                  </a:lnTo>
                  <a:lnTo>
                    <a:pt x="3324" y="3967888"/>
                  </a:lnTo>
                  <a:lnTo>
                    <a:pt x="5187" y="4015877"/>
                  </a:lnTo>
                  <a:lnTo>
                    <a:pt x="7459" y="4063760"/>
                  </a:lnTo>
                  <a:lnTo>
                    <a:pt x="10138" y="4111536"/>
                  </a:lnTo>
                  <a:lnTo>
                    <a:pt x="13224" y="4159202"/>
                  </a:lnTo>
                  <a:lnTo>
                    <a:pt x="16714" y="4206756"/>
                  </a:lnTo>
                  <a:lnTo>
                    <a:pt x="20606" y="4254198"/>
                  </a:lnTo>
                  <a:lnTo>
                    <a:pt x="24899" y="4301525"/>
                  </a:lnTo>
                  <a:lnTo>
                    <a:pt x="29591" y="4348736"/>
                  </a:lnTo>
                  <a:lnTo>
                    <a:pt x="34680" y="4395829"/>
                  </a:lnTo>
                  <a:lnTo>
                    <a:pt x="40165" y="4442802"/>
                  </a:lnTo>
                  <a:lnTo>
                    <a:pt x="46044" y="4489654"/>
                  </a:lnTo>
                  <a:lnTo>
                    <a:pt x="52315" y="4536383"/>
                  </a:lnTo>
                  <a:lnTo>
                    <a:pt x="58977" y="4582987"/>
                  </a:lnTo>
                  <a:lnTo>
                    <a:pt x="66028" y="4629464"/>
                  </a:lnTo>
                  <a:lnTo>
                    <a:pt x="73466" y="4675813"/>
                  </a:lnTo>
                  <a:lnTo>
                    <a:pt x="81289" y="4722032"/>
                  </a:lnTo>
                  <a:lnTo>
                    <a:pt x="89496" y="4768119"/>
                  </a:lnTo>
                  <a:lnTo>
                    <a:pt x="98085" y="4814074"/>
                  </a:lnTo>
                  <a:lnTo>
                    <a:pt x="107054" y="4859893"/>
                  </a:lnTo>
                  <a:lnTo>
                    <a:pt x="116402" y="4905575"/>
                  </a:lnTo>
                  <a:lnTo>
                    <a:pt x="126127" y="4951119"/>
                  </a:lnTo>
                  <a:lnTo>
                    <a:pt x="136227" y="4996522"/>
                  </a:lnTo>
                  <a:lnTo>
                    <a:pt x="146701" y="5041784"/>
                  </a:lnTo>
                  <a:lnTo>
                    <a:pt x="157546" y="5086902"/>
                  </a:lnTo>
                  <a:lnTo>
                    <a:pt x="168762" y="5131875"/>
                  </a:lnTo>
                  <a:lnTo>
                    <a:pt x="180346" y="5176701"/>
                  </a:lnTo>
                  <a:lnTo>
                    <a:pt x="192296" y="5221379"/>
                  </a:lnTo>
                  <a:lnTo>
                    <a:pt x="204612" y="5265905"/>
                  </a:lnTo>
                  <a:lnTo>
                    <a:pt x="217291" y="5310280"/>
                  </a:lnTo>
                  <a:lnTo>
                    <a:pt x="230331" y="5354501"/>
                  </a:lnTo>
                  <a:lnTo>
                    <a:pt x="243732" y="5398567"/>
                  </a:lnTo>
                  <a:lnTo>
                    <a:pt x="257490" y="5442475"/>
                  </a:lnTo>
                  <a:lnTo>
                    <a:pt x="271605" y="5486225"/>
                  </a:lnTo>
                  <a:lnTo>
                    <a:pt x="286075" y="5529814"/>
                  </a:lnTo>
                  <a:lnTo>
                    <a:pt x="300898" y="5573240"/>
                  </a:lnTo>
                  <a:lnTo>
                    <a:pt x="316072" y="5616503"/>
                  </a:lnTo>
                  <a:lnTo>
                    <a:pt x="331596" y="5659600"/>
                  </a:lnTo>
                  <a:lnTo>
                    <a:pt x="347468" y="5702529"/>
                  </a:lnTo>
                  <a:lnTo>
                    <a:pt x="363687" y="5745289"/>
                  </a:lnTo>
                  <a:lnTo>
                    <a:pt x="380249" y="5787879"/>
                  </a:lnTo>
                  <a:lnTo>
                    <a:pt x="397155" y="5830296"/>
                  </a:lnTo>
                  <a:lnTo>
                    <a:pt x="414402" y="5872539"/>
                  </a:lnTo>
                  <a:lnTo>
                    <a:pt x="431988" y="5914605"/>
                  </a:lnTo>
                  <a:lnTo>
                    <a:pt x="449912" y="5956494"/>
                  </a:lnTo>
                  <a:lnTo>
                    <a:pt x="468172" y="5998204"/>
                  </a:lnTo>
                  <a:lnTo>
                    <a:pt x="486766" y="6039733"/>
                  </a:lnTo>
                  <a:lnTo>
                    <a:pt x="505693" y="6081079"/>
                  </a:lnTo>
                  <a:lnTo>
                    <a:pt x="524951" y="6122241"/>
                  </a:lnTo>
                  <a:lnTo>
                    <a:pt x="544538" y="6163216"/>
                  </a:lnTo>
                  <a:lnTo>
                    <a:pt x="564453" y="6204004"/>
                  </a:lnTo>
                  <a:lnTo>
                    <a:pt x="584694" y="6244602"/>
                  </a:lnTo>
                  <a:lnTo>
                    <a:pt x="605258" y="6285009"/>
                  </a:lnTo>
                  <a:lnTo>
                    <a:pt x="626145" y="6325222"/>
                  </a:lnTo>
                  <a:lnTo>
                    <a:pt x="647353" y="6365242"/>
                  </a:lnTo>
                  <a:lnTo>
                    <a:pt x="668880" y="6405064"/>
                  </a:lnTo>
                  <a:lnTo>
                    <a:pt x="690724" y="6444689"/>
                  </a:lnTo>
                  <a:lnTo>
                    <a:pt x="712884" y="6484114"/>
                  </a:lnTo>
                  <a:lnTo>
                    <a:pt x="735357" y="6523337"/>
                  </a:lnTo>
                  <a:lnTo>
                    <a:pt x="758143" y="6562358"/>
                  </a:lnTo>
                  <a:lnTo>
                    <a:pt x="781239" y="6601173"/>
                  </a:lnTo>
                  <a:lnTo>
                    <a:pt x="804644" y="6639782"/>
                  </a:lnTo>
                  <a:lnTo>
                    <a:pt x="828356" y="6678182"/>
                  </a:lnTo>
                  <a:lnTo>
                    <a:pt x="852374" y="6716373"/>
                  </a:lnTo>
                  <a:lnTo>
                    <a:pt x="876695" y="6754352"/>
                  </a:lnTo>
                  <a:lnTo>
                    <a:pt x="901318" y="6792117"/>
                  </a:lnTo>
                  <a:lnTo>
                    <a:pt x="926242" y="6829667"/>
                  </a:lnTo>
                  <a:lnTo>
                    <a:pt x="951464" y="6867001"/>
                  </a:lnTo>
                  <a:lnTo>
                    <a:pt x="976983" y="6904116"/>
                  </a:lnTo>
                  <a:lnTo>
                    <a:pt x="1002797" y="6941010"/>
                  </a:lnTo>
                  <a:lnTo>
                    <a:pt x="1028904" y="6977683"/>
                  </a:lnTo>
                  <a:lnTo>
                    <a:pt x="1055303" y="7014132"/>
                  </a:lnTo>
                  <a:lnTo>
                    <a:pt x="1081993" y="7050356"/>
                  </a:lnTo>
                  <a:lnTo>
                    <a:pt x="1108970" y="7086353"/>
                  </a:lnTo>
                  <a:lnTo>
                    <a:pt x="1136235" y="7122121"/>
                  </a:lnTo>
                  <a:lnTo>
                    <a:pt x="1163784" y="7157659"/>
                  </a:lnTo>
                  <a:lnTo>
                    <a:pt x="1191617" y="7192964"/>
                  </a:lnTo>
                  <a:lnTo>
                    <a:pt x="1219731" y="7228036"/>
                  </a:lnTo>
                  <a:lnTo>
                    <a:pt x="1248124" y="7262872"/>
                  </a:lnTo>
                  <a:lnTo>
                    <a:pt x="1276796" y="7297471"/>
                  </a:lnTo>
                  <a:lnTo>
                    <a:pt x="1305745" y="7331831"/>
                  </a:lnTo>
                  <a:lnTo>
                    <a:pt x="1334968" y="7365950"/>
                  </a:lnTo>
                  <a:lnTo>
                    <a:pt x="1364464" y="7399827"/>
                  </a:lnTo>
                  <a:lnTo>
                    <a:pt x="1394232" y="7433460"/>
                  </a:lnTo>
                  <a:lnTo>
                    <a:pt x="1424269" y="7466847"/>
                  </a:lnTo>
                  <a:lnTo>
                    <a:pt x="1454574" y="7499987"/>
                  </a:lnTo>
                  <a:lnTo>
                    <a:pt x="1485145" y="7532877"/>
                  </a:lnTo>
                  <a:lnTo>
                    <a:pt x="1501140" y="7549807"/>
                  </a:lnTo>
                </a:path>
              </a:pathLst>
            </a:custGeom>
            <a:ln w="618744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3374897" y="1040638"/>
            <a:ext cx="98704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AD</a:t>
            </a:r>
            <a:r>
              <a:rPr spc="-630" dirty="0"/>
              <a:t>V</a:t>
            </a:r>
            <a:r>
              <a:rPr spc="-15" dirty="0"/>
              <a:t>AN</a:t>
            </a:r>
            <a:r>
              <a:rPr spc="-370" dirty="0"/>
              <a:t>T</a:t>
            </a:r>
            <a:r>
              <a:rPr spc="-15" dirty="0"/>
              <a:t>AGES</a:t>
            </a:r>
            <a:r>
              <a:rPr spc="-254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5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547873" y="2136394"/>
            <a:ext cx="13723619" cy="685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Calibri"/>
                <a:cs typeface="Calibri"/>
              </a:rPr>
              <a:t>ADVANTAGES:</a:t>
            </a:r>
            <a:endParaRPr sz="3200" dirty="0">
              <a:latin typeface="Calibri"/>
              <a:cs typeface="Calibri"/>
            </a:endParaRPr>
          </a:p>
          <a:p>
            <a:pPr marL="527685" marR="5080" indent="-515620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One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unified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digital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gateway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replaces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paper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forms,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WhatsApp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chaos,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manual approvals.</a:t>
            </a:r>
            <a:endParaRPr sz="3200" dirty="0">
              <a:latin typeface="Calibri"/>
              <a:cs typeface="Calibri"/>
            </a:endParaRPr>
          </a:p>
          <a:p>
            <a:pPr marL="527685" marR="122555" indent="-515620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Live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dashboards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registrations,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demand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spikes,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drop-</a:t>
            </a:r>
            <a:r>
              <a:rPr sz="3200" spc="-25" dirty="0">
                <a:latin typeface="Calibri"/>
                <a:cs typeface="Calibri"/>
              </a:rPr>
              <a:t>offs—</a:t>
            </a:r>
            <a:r>
              <a:rPr sz="3200" dirty="0">
                <a:latin typeface="Calibri"/>
                <a:cs typeface="Calibri"/>
              </a:rPr>
              <a:t>turn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assets.</a:t>
            </a:r>
            <a:endParaRPr sz="3200" dirty="0">
              <a:latin typeface="Calibri"/>
              <a:cs typeface="Calibri"/>
            </a:endParaRPr>
          </a:p>
          <a:p>
            <a:pPr marL="527685" marR="41275" indent="-515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685" algn="l"/>
              </a:tabLst>
            </a:pPr>
            <a:r>
              <a:rPr sz="3200" spc="-25" dirty="0">
                <a:latin typeface="Calibri"/>
                <a:cs typeface="Calibri"/>
              </a:rPr>
              <a:t>Auto-</a:t>
            </a:r>
            <a:r>
              <a:rPr sz="3200" dirty="0">
                <a:latin typeface="Calibri"/>
                <a:cs typeface="Calibri"/>
              </a:rPr>
              <a:t>confirmations,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check-</a:t>
            </a:r>
            <a:r>
              <a:rPr sz="3200" dirty="0">
                <a:latin typeface="Calibri"/>
                <a:cs typeface="Calibri"/>
              </a:rPr>
              <a:t>ins,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waitlists,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certificate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generation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eliminate </a:t>
            </a:r>
            <a:r>
              <a:rPr sz="3200" dirty="0">
                <a:latin typeface="Calibri"/>
                <a:cs typeface="Calibri"/>
              </a:rPr>
              <a:t>admin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burnout.</a:t>
            </a:r>
            <a:endParaRPr sz="32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3200" spc="-20" dirty="0">
                <a:latin typeface="Calibri"/>
                <a:cs typeface="Calibri"/>
              </a:rPr>
              <a:t>AI-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recommendations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interests,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department,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behavior.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latin typeface="Calibri"/>
                <a:cs typeface="Calibri"/>
              </a:rPr>
              <a:t>LIMITATIONS:</a:t>
            </a:r>
            <a:endParaRPr sz="3200" dirty="0">
              <a:latin typeface="Calibri"/>
              <a:cs typeface="Calibri"/>
            </a:endParaRPr>
          </a:p>
          <a:p>
            <a:pPr marL="527685" lvl="1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Students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weak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internet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low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digital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literacy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excluded.</a:t>
            </a:r>
            <a:endParaRPr sz="3200" dirty="0">
              <a:latin typeface="Calibri"/>
              <a:cs typeface="Calibri"/>
            </a:endParaRPr>
          </a:p>
          <a:p>
            <a:pPr marL="527685" lvl="1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Clubs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faculty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legacy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tools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(Google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Forms,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WhatsApp).</a:t>
            </a:r>
            <a:endParaRPr sz="3200" dirty="0">
              <a:latin typeface="Calibri"/>
              <a:cs typeface="Calibri"/>
            </a:endParaRPr>
          </a:p>
          <a:p>
            <a:pPr marL="527685" lvl="1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Mishandled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student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erodes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trust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instantly.</a:t>
            </a:r>
            <a:endParaRPr sz="3200" dirty="0">
              <a:latin typeface="Calibri"/>
              <a:cs typeface="Calibri"/>
            </a:endParaRPr>
          </a:p>
          <a:p>
            <a:pPr marL="527685" lvl="1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Peak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registration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crashes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damage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credibility.</a:t>
            </a:r>
            <a:endParaRPr sz="3200" dirty="0">
              <a:latin typeface="Calibri"/>
              <a:cs typeface="Calibri"/>
            </a:endParaRPr>
          </a:p>
          <a:p>
            <a:pPr marL="527685" lvl="1" indent="-51498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685" algn="l"/>
              </a:tabLst>
            </a:pPr>
            <a:r>
              <a:rPr sz="3200" dirty="0">
                <a:latin typeface="Calibri"/>
                <a:cs typeface="Calibri"/>
              </a:rPr>
              <a:t>Requires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updates,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moderation,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technical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ownership.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396" y="4019803"/>
            <a:ext cx="7397750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9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spc="-10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1211</Words>
  <Application>Microsoft Office PowerPoint</Application>
  <PresentationFormat>Custom</PresentationFormat>
  <Paragraphs>268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Tahoma</vt:lpstr>
      <vt:lpstr>Times New Roman</vt:lpstr>
      <vt:lpstr>Trebuchet MS</vt:lpstr>
      <vt:lpstr>Wingdings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AND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LENOVO</dc:creator>
  <cp:lastModifiedBy>rushi kesava reddy</cp:lastModifiedBy>
  <cp:revision>3</cp:revision>
  <dcterms:created xsi:type="dcterms:W3CDTF">2026-03-03T15:28:11Z</dcterms:created>
  <dcterms:modified xsi:type="dcterms:W3CDTF">2026-03-04T02:27:07Z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2026-03-03T00:00:00Z</vt:filetime>
  </property>
  <property fmtid="{D5CDD505-2E9C-101B-9397-08002B2CF9AE}" pid="5" name="Producer">
    <vt:lpwstr>Microsoft® PowerPoint® 2016</vt:lpwstr>
  </property>
</Properties>
</file>